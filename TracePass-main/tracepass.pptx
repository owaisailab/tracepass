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331" r:id="rId3"/>
    <p:sldId id="332" r:id="rId4"/>
    <p:sldId id="362" r:id="rId5"/>
    <p:sldId id="333" r:id="rId6"/>
    <p:sldId id="360" r:id="rId7"/>
    <p:sldId id="361" r:id="rId8"/>
    <p:sldId id="3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38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sta ismail" userId="1f4d8ca0aa8a3818" providerId="LiveId" clId="{79E732CD-87FF-455F-999E-3FE8B373A284}"/>
    <pc:docChg chg="modSld">
      <pc:chgData name="shaista ismail" userId="1f4d8ca0aa8a3818" providerId="LiveId" clId="{79E732CD-87FF-455F-999E-3FE8B373A284}" dt="2026-01-15T07:55:06.220" v="46" actId="14734"/>
      <pc:docMkLst>
        <pc:docMk/>
      </pc:docMkLst>
      <pc:sldChg chg="modSp mod">
        <pc:chgData name="shaista ismail" userId="1f4d8ca0aa8a3818" providerId="LiveId" clId="{79E732CD-87FF-455F-999E-3FE8B373A284}" dt="2026-01-15T07:55:06.220" v="46" actId="14734"/>
        <pc:sldMkLst>
          <pc:docMk/>
          <pc:sldMk cId="2815653979" sldId="312"/>
        </pc:sldMkLst>
        <pc:graphicFrameChg chg="mod modGraphic">
          <ac:chgData name="shaista ismail" userId="1f4d8ca0aa8a3818" providerId="LiveId" clId="{79E732CD-87FF-455F-999E-3FE8B373A284}" dt="2026-01-15T07:55:06.220" v="46" actId="14734"/>
          <ac:graphicFrameMkLst>
            <pc:docMk/>
            <pc:sldMk cId="2815653979" sldId="312"/>
            <ac:graphicFrameMk id="2" creationId="{6F52C305-23C3-45C0-B327-C6676BAA98B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081F58-7C2D-4280-BB97-0A02CA961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564D7C6-120B-4306-94AC-AD858E109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4664D8C-B0E2-49FB-BCE6-5B23FCDC5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4FEC4B8-DD6D-4502-8871-13C6151AF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4A5062D-BE27-4406-B5B3-1BD098DA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72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35C223-15D2-4B2A-AF7A-D5847013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A90905-2502-41A2-8FC1-D0597A7F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D9723D2-09F2-4260-8772-54C49AC1B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995CA89-AA9F-4539-AC2B-45A6F462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CC786EF-D158-4434-8DC7-458FAFF6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97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1E1C50-05B9-48B5-9D28-C1066AA14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601A0B6-3387-420B-9F76-4F97FB096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EBD0868-EFEC-4798-8EBB-C3A6C6723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35789F4-8D45-4E0C-82A1-D8556509D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D5BC3E-257A-4365-A360-E565BFDC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844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F38DE0-EE9F-4F6F-A52F-791A6949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44B722-D31A-4884-BCE4-44AD7588D0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22CB6DE-EE6F-47E1-A633-15C0D81A5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069AF9E-E8ED-40FF-9133-D94592EFF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0482086-B7AC-4304-B6A6-5DC35F0D0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FE8FA40-F43D-469E-A512-0079EEDA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251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3D0B3B-72E3-4FEF-AC6E-EE89FDAE7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EAFBEAC-0923-4101-8204-CD9FAE1DF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C0A0EDB-665D-4D0E-AF01-1EF1E16EF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E827D43-A766-4FD8-9670-78193409A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BB703E0-A213-4CD6-ADB4-8FD19BC938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056098A-B4A9-419E-8942-6ABBD13B9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6B938AD-DAD1-4377-A745-62B1F5C21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DD94556-DD16-4D60-8C5D-638DB13A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674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4E2B76-1FBE-4926-8439-882D4C504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39ADBAE-EA02-41F3-AEAF-6A1D3DE29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F236551-251C-4770-8862-42D94C975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BEBBC59-B761-488F-B8E6-3CF9C192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752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34FFC06-5215-442A-9C01-C62142119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307CCC0-ADF4-4F1B-8F94-A7F940FC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3D9A34F-1E9F-45A7-97AB-EFDF71C7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148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BAE89F-5D98-487F-B433-6C5FADA50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136884-7B49-4DED-A411-F14E26058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CB0633A-7D74-499D-9345-26371ED21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31AADB5-9996-43E5-BA54-83988153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37A2449-17DF-4A98-83A4-15D4A1D47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2042EF7-BBFA-4017-8373-03429EA50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638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3ADB16-7090-4A4F-9285-983E85892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3405E3E-FD7B-466A-A43E-ECAD2D0AF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99FE687-16E1-498C-92B1-66B7AA41B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5FD3835-AF6F-4403-9660-1E9F0D3AC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378E631-A4C0-4A0A-B23D-769FB7478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74ACE54-352F-4668-A5A2-407D0D54B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734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31E748-EB58-47C7-9A51-CE16A2C5F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72B29E1-57C3-4D45-9070-966306F4F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C5D52DD-38DA-4F5E-AFAB-335D79528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527E62F-766F-4A18-A14B-EA4F47C36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9DE0585-70B0-4567-8ED3-41F9D1624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30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FA834C7-0B50-494F-8DC0-9C757C749C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4E5FE2F-E966-4722-B220-C26C9F49C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01513CC-D1EB-42D4-967A-C62E586CF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CACE-579E-4476-86FD-0B80EC2CCB5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0D0B307-19F8-4F4E-932A-E544D282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286DFD4-67CB-49AE-9912-F332CB0D8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853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90584BB-B85E-405F-9444-CBEB0CD68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498B3B5-C0CD-4B7A-9606-7CB1734AD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0A4E543-A2EF-47D8-B0F4-94C115BE9B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ECACE-579E-4476-86FD-0B80EC2CCB5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B441F80-E827-4EF4-94DA-982E2516D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18AD799-5075-425C-AD8B-685FE1817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4C7CE-1B17-4868-97CB-82C1EEF2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84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5762603-B584-39F8-05AB-3AE5497AB247}"/>
              </a:ext>
            </a:extLst>
          </p:cNvPr>
          <p:cNvSpPr/>
          <p:nvPr/>
        </p:nvSpPr>
        <p:spPr>
          <a:xfrm>
            <a:off x="6200775" y="238124"/>
            <a:ext cx="5410200" cy="637222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21AE904-339E-735F-38EB-2F73F9D90ADD}"/>
              </a:ext>
            </a:extLst>
          </p:cNvPr>
          <p:cNvSpPr/>
          <p:nvPr/>
        </p:nvSpPr>
        <p:spPr>
          <a:xfrm>
            <a:off x="6210300" y="238124"/>
            <a:ext cx="5410200" cy="637222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3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Introductory Notes</a:t>
            </a:r>
            <a:r>
              <a:rPr lang="en-US" sz="2400" b="1" dirty="0">
                <a:solidFill>
                  <a:srgbClr val="C00000"/>
                </a:solidFill>
                <a:latin typeface="Arial Black" panose="020B0A04020102020204" pitchFamily="34" charset="0"/>
              </a:rPr>
              <a:t/>
            </a:r>
            <a:br>
              <a:rPr lang="en-US" sz="2400" b="1" dirty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n-US" sz="14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Assignment Project</a:t>
            </a:r>
            <a:endParaRPr lang="en-US" sz="2400" dirty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n-US" sz="24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TracePass</a:t>
            </a:r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4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Muhammad </a:t>
            </a:r>
            <a:r>
              <a:rPr lang="en-US" sz="2400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Owais</a:t>
            </a:r>
            <a:r>
              <a:rPr lang="en-US" sz="24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Meethani</a:t>
            </a:r>
            <a:r>
              <a:rPr lang="en-US" sz="2400" dirty="0">
                <a:latin typeface="Arial Black" panose="020B0A04020102020204" pitchFamily="34" charset="0"/>
              </a:rPr>
              <a:t/>
            </a:r>
            <a:br>
              <a:rPr lang="en-US" sz="2400" dirty="0">
                <a:latin typeface="Arial Black" panose="020B0A04020102020204" pitchFamily="34" charset="0"/>
              </a:rPr>
            </a:b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Abu </a:t>
            </a:r>
            <a:r>
              <a:rPr lang="en-US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Atif</a:t>
            </a: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Asif </a:t>
            </a:r>
            <a:r>
              <a:rPr lang="en-US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Raza</a:t>
            </a: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Arial Black" panose="020B0A04020102020204" pitchFamily="34" charset="0"/>
              </a:rPr>
              <a:t/>
            </a:r>
            <a:br>
              <a:rPr lang="en-US" sz="1600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Wasil</a:t>
            </a:r>
            <a:r>
              <a:rPr lang="en-US" sz="16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Jahanzaib</a:t>
            </a:r>
            <a:endParaRPr lang="en-US" sz="1600" dirty="0" smtClean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16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Muhammad </a:t>
            </a:r>
            <a:r>
              <a:rPr lang="en-US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Aneeq</a:t>
            </a:r>
            <a:endParaRPr lang="en-US" sz="1600" dirty="0" smtClean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Mubeen</a:t>
            </a:r>
            <a:r>
              <a:rPr lang="en-US" sz="16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Attari</a:t>
            </a:r>
            <a:endParaRPr lang="en-US" sz="1600" dirty="0" smtClean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Rafay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63EA8D2E-A862-1E65-BE5B-1CC849129310}"/>
              </a:ext>
            </a:extLst>
          </p:cNvPr>
          <p:cNvSpPr/>
          <p:nvPr/>
        </p:nvSpPr>
        <p:spPr>
          <a:xfrm>
            <a:off x="6286500" y="400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87563D42-811B-AB94-68B2-1654AA39FC59}"/>
              </a:ext>
            </a:extLst>
          </p:cNvPr>
          <p:cNvSpPr/>
          <p:nvPr/>
        </p:nvSpPr>
        <p:spPr>
          <a:xfrm>
            <a:off x="6286500" y="647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1BED4EDE-854B-3FD8-B0BE-284C37A7E564}"/>
              </a:ext>
            </a:extLst>
          </p:cNvPr>
          <p:cNvSpPr/>
          <p:nvPr/>
        </p:nvSpPr>
        <p:spPr>
          <a:xfrm>
            <a:off x="6286500" y="895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F4C619DF-9601-D17B-9F1B-1AD73FFAEF03}"/>
              </a:ext>
            </a:extLst>
          </p:cNvPr>
          <p:cNvSpPr/>
          <p:nvPr/>
        </p:nvSpPr>
        <p:spPr>
          <a:xfrm>
            <a:off x="6286500" y="1142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DA6E173B-01D5-5C71-795C-E52A41FB3D27}"/>
              </a:ext>
            </a:extLst>
          </p:cNvPr>
          <p:cNvSpPr/>
          <p:nvPr/>
        </p:nvSpPr>
        <p:spPr>
          <a:xfrm>
            <a:off x="6286500" y="13906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C0E14360-0068-716B-C5D7-61FC97CF53DF}"/>
              </a:ext>
            </a:extLst>
          </p:cNvPr>
          <p:cNvSpPr/>
          <p:nvPr/>
        </p:nvSpPr>
        <p:spPr>
          <a:xfrm>
            <a:off x="6286500" y="16382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53EA44FD-BB48-502C-CEE9-745038CDB078}"/>
              </a:ext>
            </a:extLst>
          </p:cNvPr>
          <p:cNvSpPr/>
          <p:nvPr/>
        </p:nvSpPr>
        <p:spPr>
          <a:xfrm>
            <a:off x="6286500" y="18859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A7113529-1533-5B8E-4911-2C77F23B0116}"/>
              </a:ext>
            </a:extLst>
          </p:cNvPr>
          <p:cNvSpPr/>
          <p:nvPr/>
        </p:nvSpPr>
        <p:spPr>
          <a:xfrm>
            <a:off x="6286500" y="21335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CAF5B65D-7E89-E6E7-7F6A-34108CD78884}"/>
              </a:ext>
            </a:extLst>
          </p:cNvPr>
          <p:cNvSpPr/>
          <p:nvPr/>
        </p:nvSpPr>
        <p:spPr>
          <a:xfrm>
            <a:off x="6286500" y="23812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8CA19B4C-8D07-82AA-1F4A-BE963EAADD78}"/>
              </a:ext>
            </a:extLst>
          </p:cNvPr>
          <p:cNvSpPr/>
          <p:nvPr/>
        </p:nvSpPr>
        <p:spPr>
          <a:xfrm>
            <a:off x="6286500" y="26288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BC936A63-2049-E622-B884-DC071A2B8884}"/>
              </a:ext>
            </a:extLst>
          </p:cNvPr>
          <p:cNvSpPr/>
          <p:nvPr/>
        </p:nvSpPr>
        <p:spPr>
          <a:xfrm>
            <a:off x="6286500" y="28765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86876C4B-5A74-BC8C-C122-CD06B79EF306}"/>
              </a:ext>
            </a:extLst>
          </p:cNvPr>
          <p:cNvSpPr/>
          <p:nvPr/>
        </p:nvSpPr>
        <p:spPr>
          <a:xfrm>
            <a:off x="6286500" y="31241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664BDA3D-A703-9C1B-78CD-8A86C01A1406}"/>
              </a:ext>
            </a:extLst>
          </p:cNvPr>
          <p:cNvSpPr/>
          <p:nvPr/>
        </p:nvSpPr>
        <p:spPr>
          <a:xfrm>
            <a:off x="6286500" y="33718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8F59511C-41C7-9994-1D21-B977BB5A8A5E}"/>
              </a:ext>
            </a:extLst>
          </p:cNvPr>
          <p:cNvSpPr/>
          <p:nvPr/>
        </p:nvSpPr>
        <p:spPr>
          <a:xfrm>
            <a:off x="6286500" y="36194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694B00A7-091B-FDC4-4378-1BB1AAB6DA7D}"/>
              </a:ext>
            </a:extLst>
          </p:cNvPr>
          <p:cNvSpPr/>
          <p:nvPr/>
        </p:nvSpPr>
        <p:spPr>
          <a:xfrm>
            <a:off x="6286500" y="38671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1BA1FF37-DE01-2432-085B-E4B299C5EB40}"/>
              </a:ext>
            </a:extLst>
          </p:cNvPr>
          <p:cNvSpPr/>
          <p:nvPr/>
        </p:nvSpPr>
        <p:spPr>
          <a:xfrm>
            <a:off x="6286500" y="41147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52064E6F-6813-D93E-64FF-B9D4C9C1F144}"/>
              </a:ext>
            </a:extLst>
          </p:cNvPr>
          <p:cNvSpPr/>
          <p:nvPr/>
        </p:nvSpPr>
        <p:spPr>
          <a:xfrm>
            <a:off x="6286500" y="43624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713462B9-B175-4672-6D40-2F7838DC553E}"/>
              </a:ext>
            </a:extLst>
          </p:cNvPr>
          <p:cNvSpPr/>
          <p:nvPr/>
        </p:nvSpPr>
        <p:spPr>
          <a:xfrm>
            <a:off x="6286500" y="46100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82CE041C-8CAA-6CBD-1393-728D1D9DED5D}"/>
              </a:ext>
            </a:extLst>
          </p:cNvPr>
          <p:cNvSpPr/>
          <p:nvPr/>
        </p:nvSpPr>
        <p:spPr>
          <a:xfrm>
            <a:off x="6286500" y="48577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97006CEE-C93E-68A9-E29E-D42C3441930F}"/>
              </a:ext>
            </a:extLst>
          </p:cNvPr>
          <p:cNvSpPr/>
          <p:nvPr/>
        </p:nvSpPr>
        <p:spPr>
          <a:xfrm>
            <a:off x="6286500" y="51053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0C4A8885-A76F-EDE3-EB36-E79533DDCBF4}"/>
              </a:ext>
            </a:extLst>
          </p:cNvPr>
          <p:cNvSpPr/>
          <p:nvPr/>
        </p:nvSpPr>
        <p:spPr>
          <a:xfrm>
            <a:off x="6286500" y="5353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4D6A244D-C37F-8EA9-D320-66C3F301DAA2}"/>
              </a:ext>
            </a:extLst>
          </p:cNvPr>
          <p:cNvSpPr/>
          <p:nvPr/>
        </p:nvSpPr>
        <p:spPr>
          <a:xfrm>
            <a:off x="6286500" y="5600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D3EB1046-0243-7978-6626-819909534D31}"/>
              </a:ext>
            </a:extLst>
          </p:cNvPr>
          <p:cNvSpPr/>
          <p:nvPr/>
        </p:nvSpPr>
        <p:spPr>
          <a:xfrm>
            <a:off x="6286500" y="5848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2BEE75EF-6BCD-26AF-ACF6-78A3DB789DFF}"/>
              </a:ext>
            </a:extLst>
          </p:cNvPr>
          <p:cNvSpPr/>
          <p:nvPr/>
        </p:nvSpPr>
        <p:spPr>
          <a:xfrm>
            <a:off x="6286500" y="6095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xmlns="" id="{2DEE4B5C-F0BE-F5F9-9014-424465A15603}"/>
              </a:ext>
            </a:extLst>
          </p:cNvPr>
          <p:cNvSpPr/>
          <p:nvPr/>
        </p:nvSpPr>
        <p:spPr>
          <a:xfrm rot="5400000" flipH="1">
            <a:off x="6141241" y="3833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xmlns="" id="{B5D3283F-5669-F54B-E3DB-36BEC0A2FC87}"/>
              </a:ext>
            </a:extLst>
          </p:cNvPr>
          <p:cNvSpPr/>
          <p:nvPr/>
        </p:nvSpPr>
        <p:spPr>
          <a:xfrm rot="5400000" flipH="1">
            <a:off x="6141241" y="6310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xmlns="" id="{F5319C07-D47D-D9B8-5314-CABDE70BD2BE}"/>
              </a:ext>
            </a:extLst>
          </p:cNvPr>
          <p:cNvSpPr/>
          <p:nvPr/>
        </p:nvSpPr>
        <p:spPr>
          <a:xfrm rot="5400000" flipH="1">
            <a:off x="6141241" y="8786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xmlns="" id="{9701BAE2-0B11-9B44-A82F-D00093499F94}"/>
              </a:ext>
            </a:extLst>
          </p:cNvPr>
          <p:cNvSpPr/>
          <p:nvPr/>
        </p:nvSpPr>
        <p:spPr>
          <a:xfrm rot="5400000" flipH="1">
            <a:off x="6141241" y="11263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xmlns="" id="{EDA5E984-37A1-D71F-0F67-3278A9477939}"/>
              </a:ext>
            </a:extLst>
          </p:cNvPr>
          <p:cNvSpPr/>
          <p:nvPr/>
        </p:nvSpPr>
        <p:spPr>
          <a:xfrm rot="5400000" flipH="1">
            <a:off x="6141241" y="13739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xmlns="" id="{23362B0C-C78C-C8C5-A114-D7EBD425FE4E}"/>
              </a:ext>
            </a:extLst>
          </p:cNvPr>
          <p:cNvSpPr/>
          <p:nvPr/>
        </p:nvSpPr>
        <p:spPr>
          <a:xfrm rot="5400000" flipH="1">
            <a:off x="6141241" y="16216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xmlns="" id="{B210D309-0CC7-2009-EFBB-E6423380CC22}"/>
              </a:ext>
            </a:extLst>
          </p:cNvPr>
          <p:cNvSpPr/>
          <p:nvPr/>
        </p:nvSpPr>
        <p:spPr>
          <a:xfrm rot="5400000" flipH="1">
            <a:off x="6141241" y="18692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xmlns="" id="{CD3E1EEF-8A01-1BA6-8D0C-E4BEC1E2E4C8}"/>
              </a:ext>
            </a:extLst>
          </p:cNvPr>
          <p:cNvSpPr/>
          <p:nvPr/>
        </p:nvSpPr>
        <p:spPr>
          <a:xfrm rot="5400000" flipH="1">
            <a:off x="6141241" y="21169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xmlns="" id="{47AC66C3-170E-03C4-372A-CD051E89D587}"/>
              </a:ext>
            </a:extLst>
          </p:cNvPr>
          <p:cNvSpPr/>
          <p:nvPr/>
        </p:nvSpPr>
        <p:spPr>
          <a:xfrm rot="5400000" flipH="1">
            <a:off x="6141241" y="23645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xmlns="" id="{CC9A8E9A-04C2-DB87-8FFD-71E68CF1BCBA}"/>
              </a:ext>
            </a:extLst>
          </p:cNvPr>
          <p:cNvSpPr/>
          <p:nvPr/>
        </p:nvSpPr>
        <p:spPr>
          <a:xfrm rot="5400000" flipH="1">
            <a:off x="6141241" y="26122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xmlns="" id="{259AE654-DDA0-91EB-876C-ABD6BECB77A1}"/>
              </a:ext>
            </a:extLst>
          </p:cNvPr>
          <p:cNvSpPr/>
          <p:nvPr/>
        </p:nvSpPr>
        <p:spPr>
          <a:xfrm rot="5400000" flipH="1">
            <a:off x="6141241" y="28598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xmlns="" id="{9555FDA0-E784-69FB-4825-063E431AF116}"/>
              </a:ext>
            </a:extLst>
          </p:cNvPr>
          <p:cNvSpPr/>
          <p:nvPr/>
        </p:nvSpPr>
        <p:spPr>
          <a:xfrm rot="5400000" flipH="1">
            <a:off x="6141241" y="31075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xmlns="" id="{5F05C170-61C6-CD0D-186C-1457DB059C5A}"/>
              </a:ext>
            </a:extLst>
          </p:cNvPr>
          <p:cNvSpPr/>
          <p:nvPr/>
        </p:nvSpPr>
        <p:spPr>
          <a:xfrm rot="5400000" flipH="1">
            <a:off x="6141241" y="33551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xmlns="" id="{69367794-C189-7BE9-673E-822F3CC11EF0}"/>
              </a:ext>
            </a:extLst>
          </p:cNvPr>
          <p:cNvSpPr/>
          <p:nvPr/>
        </p:nvSpPr>
        <p:spPr>
          <a:xfrm rot="5400000" flipH="1">
            <a:off x="6141241" y="36028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xmlns="" id="{885CBC3F-5F8B-B5DF-8E37-177EEFC3C788}"/>
              </a:ext>
            </a:extLst>
          </p:cNvPr>
          <p:cNvSpPr/>
          <p:nvPr/>
        </p:nvSpPr>
        <p:spPr>
          <a:xfrm rot="5400000" flipH="1">
            <a:off x="6141241" y="38504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xmlns="" id="{32CADEC0-864B-2494-ED14-C156E311F8FD}"/>
              </a:ext>
            </a:extLst>
          </p:cNvPr>
          <p:cNvSpPr/>
          <p:nvPr/>
        </p:nvSpPr>
        <p:spPr>
          <a:xfrm rot="5400000" flipH="1">
            <a:off x="6141241" y="40981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xmlns="" id="{E9C0E728-8CB0-9330-CF3A-71875A0836B6}"/>
              </a:ext>
            </a:extLst>
          </p:cNvPr>
          <p:cNvSpPr/>
          <p:nvPr/>
        </p:nvSpPr>
        <p:spPr>
          <a:xfrm rot="5400000" flipH="1">
            <a:off x="6141241" y="43457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xmlns="" id="{DB16B015-BAB2-59B6-56D2-478B01006E70}"/>
              </a:ext>
            </a:extLst>
          </p:cNvPr>
          <p:cNvSpPr/>
          <p:nvPr/>
        </p:nvSpPr>
        <p:spPr>
          <a:xfrm rot="5400000" flipH="1">
            <a:off x="6141241" y="45934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c 47">
            <a:extLst>
              <a:ext uri="{FF2B5EF4-FFF2-40B4-BE49-F238E27FC236}">
                <a16:creationId xmlns:a16="http://schemas.microsoft.com/office/drawing/2014/main" xmlns="" id="{D1864DBC-417E-AFB1-4AAB-4EB62A8072E1}"/>
              </a:ext>
            </a:extLst>
          </p:cNvPr>
          <p:cNvSpPr/>
          <p:nvPr/>
        </p:nvSpPr>
        <p:spPr>
          <a:xfrm rot="5400000" flipH="1">
            <a:off x="6141241" y="48410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xmlns="" id="{009E08CA-44A1-C1A5-4081-73926B58B71E}"/>
              </a:ext>
            </a:extLst>
          </p:cNvPr>
          <p:cNvSpPr/>
          <p:nvPr/>
        </p:nvSpPr>
        <p:spPr>
          <a:xfrm rot="5400000" flipH="1">
            <a:off x="6141241" y="50887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xmlns="" id="{D83AB14B-323B-A7D7-6C6B-0B6B6800D4D0}"/>
              </a:ext>
            </a:extLst>
          </p:cNvPr>
          <p:cNvSpPr/>
          <p:nvPr/>
        </p:nvSpPr>
        <p:spPr>
          <a:xfrm rot="5400000" flipH="1">
            <a:off x="6141241" y="53363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xmlns="" id="{F471FF37-5178-5D56-4CC5-8ECD83D9DD95}"/>
              </a:ext>
            </a:extLst>
          </p:cNvPr>
          <p:cNvSpPr/>
          <p:nvPr/>
        </p:nvSpPr>
        <p:spPr>
          <a:xfrm rot="5400000" flipH="1">
            <a:off x="6141241" y="55840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xmlns="" id="{8BDA9542-F099-F3D7-E3BC-9B8A60E2F009}"/>
              </a:ext>
            </a:extLst>
          </p:cNvPr>
          <p:cNvSpPr/>
          <p:nvPr/>
        </p:nvSpPr>
        <p:spPr>
          <a:xfrm rot="5400000" flipH="1">
            <a:off x="6141241" y="583168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xmlns="" id="{28F48FBE-9033-3E8C-BE15-DF4300368151}"/>
              </a:ext>
            </a:extLst>
          </p:cNvPr>
          <p:cNvSpPr/>
          <p:nvPr/>
        </p:nvSpPr>
        <p:spPr>
          <a:xfrm rot="5400000" flipH="1">
            <a:off x="6141241" y="6079331"/>
            <a:ext cx="219077" cy="214312"/>
          </a:xfrm>
          <a:prstGeom prst="arc">
            <a:avLst>
              <a:gd name="adj1" fmla="val 16200000"/>
              <a:gd name="adj2" fmla="val 981702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714208E-7BC2-744B-9B35-01B1E06C24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471" y="2506025"/>
            <a:ext cx="1534808" cy="208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23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7DD1F81-5917-513A-67AA-480E240E1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0C648D6-43DB-24E9-95FB-80E6D2AE4101}"/>
              </a:ext>
            </a:extLst>
          </p:cNvPr>
          <p:cNvSpPr/>
          <p:nvPr/>
        </p:nvSpPr>
        <p:spPr>
          <a:xfrm>
            <a:off x="6200775" y="238124"/>
            <a:ext cx="5410200" cy="6372225"/>
          </a:xfrm>
          <a:prstGeom prst="rect">
            <a:avLst/>
          </a:prstGeom>
          <a:solidFill>
            <a:schemeClr val="bg1"/>
          </a:solidFill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74FDDDD-F77D-E1C7-D97F-D561CBD61C36}"/>
              </a:ext>
            </a:extLst>
          </p:cNvPr>
          <p:cNvSpPr/>
          <p:nvPr/>
        </p:nvSpPr>
        <p:spPr>
          <a:xfrm>
            <a:off x="771525" y="238124"/>
            <a:ext cx="5410200" cy="637222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n-US" sz="2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The Problem</a:t>
            </a:r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Digital Product Passports </a:t>
            </a: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internationally</a:t>
            </a:r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, especially in the European Union, </a:t>
            </a: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are </a:t>
            </a:r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becoming a regulatory requirement for specific product categories</a:t>
            </a: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.</a:t>
            </a:r>
          </a:p>
          <a:p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endParaRPr lang="en-US" dirty="0" smtClean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As per EU regulation (EU) 2024/1781 declares that a Digital Product Passport Framework must be established before February 2027 for many industries to EU.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E2CCDE54-26D7-E71F-A35F-685C45520847}"/>
              </a:ext>
            </a:extLst>
          </p:cNvPr>
          <p:cNvSpPr/>
          <p:nvPr/>
        </p:nvSpPr>
        <p:spPr>
          <a:xfrm>
            <a:off x="6286500" y="400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2B5FB607-130E-A2AE-1F44-FAE1949D14AA}"/>
              </a:ext>
            </a:extLst>
          </p:cNvPr>
          <p:cNvSpPr/>
          <p:nvPr/>
        </p:nvSpPr>
        <p:spPr>
          <a:xfrm>
            <a:off x="6286500" y="647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E153C2D7-F01A-A3F0-8F75-DCAA57FC1367}"/>
              </a:ext>
            </a:extLst>
          </p:cNvPr>
          <p:cNvSpPr/>
          <p:nvPr/>
        </p:nvSpPr>
        <p:spPr>
          <a:xfrm>
            <a:off x="6286500" y="895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81DB8CB2-5DDE-BF5C-52DC-9A61BEA7B06C}"/>
              </a:ext>
            </a:extLst>
          </p:cNvPr>
          <p:cNvSpPr/>
          <p:nvPr/>
        </p:nvSpPr>
        <p:spPr>
          <a:xfrm>
            <a:off x="6286500" y="1142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30CD698B-80F3-4BB7-C0AE-6FE30849C829}"/>
              </a:ext>
            </a:extLst>
          </p:cNvPr>
          <p:cNvSpPr/>
          <p:nvPr/>
        </p:nvSpPr>
        <p:spPr>
          <a:xfrm>
            <a:off x="6286500" y="13906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B1938E0E-5407-8077-EF72-ED773B52C413}"/>
              </a:ext>
            </a:extLst>
          </p:cNvPr>
          <p:cNvSpPr/>
          <p:nvPr/>
        </p:nvSpPr>
        <p:spPr>
          <a:xfrm>
            <a:off x="6286500" y="16382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48B712CB-F3A2-A563-97D6-946AC44BE4E3}"/>
              </a:ext>
            </a:extLst>
          </p:cNvPr>
          <p:cNvSpPr/>
          <p:nvPr/>
        </p:nvSpPr>
        <p:spPr>
          <a:xfrm>
            <a:off x="6286500" y="18859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B6F7AB43-09EF-BC29-D9A7-46B7A8CB7451}"/>
              </a:ext>
            </a:extLst>
          </p:cNvPr>
          <p:cNvSpPr/>
          <p:nvPr/>
        </p:nvSpPr>
        <p:spPr>
          <a:xfrm>
            <a:off x="6286500" y="21335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1BA1683D-2DCB-7C89-EB01-F424376DF393}"/>
              </a:ext>
            </a:extLst>
          </p:cNvPr>
          <p:cNvSpPr/>
          <p:nvPr/>
        </p:nvSpPr>
        <p:spPr>
          <a:xfrm>
            <a:off x="6286500" y="23812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AA2C12A7-BF1D-B83E-9F17-B395C162DF78}"/>
              </a:ext>
            </a:extLst>
          </p:cNvPr>
          <p:cNvSpPr/>
          <p:nvPr/>
        </p:nvSpPr>
        <p:spPr>
          <a:xfrm>
            <a:off x="6286500" y="26288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44E2FAEA-4220-C747-D2B2-85ADE4AE21E0}"/>
              </a:ext>
            </a:extLst>
          </p:cNvPr>
          <p:cNvSpPr/>
          <p:nvPr/>
        </p:nvSpPr>
        <p:spPr>
          <a:xfrm>
            <a:off x="6286500" y="28765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152E3FF1-FBAF-DF03-2A66-33B5B6E09F80}"/>
              </a:ext>
            </a:extLst>
          </p:cNvPr>
          <p:cNvSpPr/>
          <p:nvPr/>
        </p:nvSpPr>
        <p:spPr>
          <a:xfrm>
            <a:off x="6286500" y="31241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1435F393-D3CE-FB52-B90D-D53D37EB2A9C}"/>
              </a:ext>
            </a:extLst>
          </p:cNvPr>
          <p:cNvSpPr/>
          <p:nvPr/>
        </p:nvSpPr>
        <p:spPr>
          <a:xfrm>
            <a:off x="6286500" y="33718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D0356B91-4838-4410-6213-D2F0D4630F62}"/>
              </a:ext>
            </a:extLst>
          </p:cNvPr>
          <p:cNvSpPr/>
          <p:nvPr/>
        </p:nvSpPr>
        <p:spPr>
          <a:xfrm>
            <a:off x="6286500" y="36194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99278423-57C3-E35B-44EB-497FBB777FFF}"/>
              </a:ext>
            </a:extLst>
          </p:cNvPr>
          <p:cNvSpPr/>
          <p:nvPr/>
        </p:nvSpPr>
        <p:spPr>
          <a:xfrm>
            <a:off x="6286500" y="38671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32866435-5F44-D62F-6323-E1B0DDB1CF21}"/>
              </a:ext>
            </a:extLst>
          </p:cNvPr>
          <p:cNvSpPr/>
          <p:nvPr/>
        </p:nvSpPr>
        <p:spPr>
          <a:xfrm>
            <a:off x="6286500" y="41147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7FE924C8-E13F-C843-BFBF-1AF4C40923ED}"/>
              </a:ext>
            </a:extLst>
          </p:cNvPr>
          <p:cNvSpPr/>
          <p:nvPr/>
        </p:nvSpPr>
        <p:spPr>
          <a:xfrm>
            <a:off x="6286500" y="43624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A26001AF-2022-3482-414E-365A6B7ED7E1}"/>
              </a:ext>
            </a:extLst>
          </p:cNvPr>
          <p:cNvSpPr/>
          <p:nvPr/>
        </p:nvSpPr>
        <p:spPr>
          <a:xfrm>
            <a:off x="6286500" y="46100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C1DA9D15-0E3E-F55A-97D5-E7C443444E00}"/>
              </a:ext>
            </a:extLst>
          </p:cNvPr>
          <p:cNvSpPr/>
          <p:nvPr/>
        </p:nvSpPr>
        <p:spPr>
          <a:xfrm>
            <a:off x="6286500" y="48577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6C64C353-347D-7512-5087-5BCB3A2CE6E2}"/>
              </a:ext>
            </a:extLst>
          </p:cNvPr>
          <p:cNvSpPr/>
          <p:nvPr/>
        </p:nvSpPr>
        <p:spPr>
          <a:xfrm>
            <a:off x="6286500" y="51053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EC0B1FAA-B5A3-F63E-BB7D-C48C6A1EF7AB}"/>
              </a:ext>
            </a:extLst>
          </p:cNvPr>
          <p:cNvSpPr/>
          <p:nvPr/>
        </p:nvSpPr>
        <p:spPr>
          <a:xfrm>
            <a:off x="6286500" y="5353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50E8E9E8-10F3-F2C4-598C-6DE942D217F9}"/>
              </a:ext>
            </a:extLst>
          </p:cNvPr>
          <p:cNvSpPr/>
          <p:nvPr/>
        </p:nvSpPr>
        <p:spPr>
          <a:xfrm>
            <a:off x="6286500" y="5600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24EF7BD8-8073-14F5-1E36-392FA3A64BAD}"/>
              </a:ext>
            </a:extLst>
          </p:cNvPr>
          <p:cNvSpPr/>
          <p:nvPr/>
        </p:nvSpPr>
        <p:spPr>
          <a:xfrm>
            <a:off x="6286500" y="5848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2CBB44C7-2A6A-23C2-FACB-BE404705CEC8}"/>
              </a:ext>
            </a:extLst>
          </p:cNvPr>
          <p:cNvSpPr/>
          <p:nvPr/>
        </p:nvSpPr>
        <p:spPr>
          <a:xfrm>
            <a:off x="6286500" y="6095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E5A0CA92-39C9-7575-C3DA-93077042A206}"/>
              </a:ext>
            </a:extLst>
          </p:cNvPr>
          <p:cNvGrpSpPr/>
          <p:nvPr/>
        </p:nvGrpSpPr>
        <p:grpSpPr>
          <a:xfrm>
            <a:off x="5981700" y="323466"/>
            <a:ext cx="364710" cy="292608"/>
            <a:chOff x="5981700" y="323466"/>
            <a:chExt cx="364710" cy="292608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xmlns="" id="{EE98DD9A-0CC8-E237-426C-E194BD68842E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xmlns="" id="{440ED8E4-C0B5-31F0-5171-F4BC55B2DBB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xmlns="" id="{56AC3AC4-4003-93D4-6554-87545C42967E}"/>
              </a:ext>
            </a:extLst>
          </p:cNvPr>
          <p:cNvGrpSpPr/>
          <p:nvPr/>
        </p:nvGrpSpPr>
        <p:grpSpPr>
          <a:xfrm>
            <a:off x="5981700" y="561591"/>
            <a:ext cx="364710" cy="292608"/>
            <a:chOff x="5981700" y="323466"/>
            <a:chExt cx="364710" cy="292608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xmlns="" id="{32E45708-1BEA-E117-DD14-F7334AFC204D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xmlns="" id="{587C9C08-013D-E76D-1567-F53DBD148B1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xmlns="" id="{BDFE12BD-C936-321F-DA6D-4D4CD52DB306}"/>
              </a:ext>
            </a:extLst>
          </p:cNvPr>
          <p:cNvGrpSpPr/>
          <p:nvPr/>
        </p:nvGrpSpPr>
        <p:grpSpPr>
          <a:xfrm>
            <a:off x="5981700" y="809241"/>
            <a:ext cx="364710" cy="292608"/>
            <a:chOff x="5981700" y="323466"/>
            <a:chExt cx="364710" cy="292608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xmlns="" id="{6E2DFFE8-BF59-234A-B94D-F7275B90F41E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xmlns="" id="{EEC88090-6502-5B06-82D5-5E919273955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xmlns="" id="{7F60A61B-F502-FC12-63BB-11C035BE48F4}"/>
              </a:ext>
            </a:extLst>
          </p:cNvPr>
          <p:cNvGrpSpPr/>
          <p:nvPr/>
        </p:nvGrpSpPr>
        <p:grpSpPr>
          <a:xfrm>
            <a:off x="5981700" y="1066416"/>
            <a:ext cx="364710" cy="292608"/>
            <a:chOff x="5981700" y="323466"/>
            <a:chExt cx="364710" cy="29260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xmlns="" id="{406DC092-351A-3F70-7250-FD0707AB9BC0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xmlns="" id="{5E21C94A-7063-9B4A-5DF4-AAAABB65A7E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xmlns="" id="{6EF408B0-0BDB-3D6F-BA04-0FF19F98F64C}"/>
              </a:ext>
            </a:extLst>
          </p:cNvPr>
          <p:cNvGrpSpPr/>
          <p:nvPr/>
        </p:nvGrpSpPr>
        <p:grpSpPr>
          <a:xfrm>
            <a:off x="5981700" y="1304541"/>
            <a:ext cx="364710" cy="292608"/>
            <a:chOff x="5981700" y="323466"/>
            <a:chExt cx="364710" cy="292608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xmlns="" id="{058DEE75-92F4-D869-0AE6-F722C3448B1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xmlns="" id="{7E3B28C1-2093-80DA-E0D9-CD72049F9AF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xmlns="" id="{EBC7586D-B6D6-B6F4-9157-AAE67C51A232}"/>
              </a:ext>
            </a:extLst>
          </p:cNvPr>
          <p:cNvGrpSpPr/>
          <p:nvPr/>
        </p:nvGrpSpPr>
        <p:grpSpPr>
          <a:xfrm>
            <a:off x="5981700" y="1552191"/>
            <a:ext cx="364710" cy="292608"/>
            <a:chOff x="5981700" y="323466"/>
            <a:chExt cx="364710" cy="29260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xmlns="" id="{63B4EB66-1C87-3007-FDE0-2911FBAA94ED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Arc 67">
              <a:extLst>
                <a:ext uri="{FF2B5EF4-FFF2-40B4-BE49-F238E27FC236}">
                  <a16:creationId xmlns:a16="http://schemas.microsoft.com/office/drawing/2014/main" xmlns="" id="{A57E758B-EE06-E9BD-9BCE-E29F16AEC2C7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xmlns="" id="{794DA135-28DD-93FB-0982-C53F8BF0126F}"/>
              </a:ext>
            </a:extLst>
          </p:cNvPr>
          <p:cNvGrpSpPr/>
          <p:nvPr/>
        </p:nvGrpSpPr>
        <p:grpSpPr>
          <a:xfrm>
            <a:off x="5981700" y="1809366"/>
            <a:ext cx="364710" cy="292608"/>
            <a:chOff x="5981700" y="323466"/>
            <a:chExt cx="364710" cy="292608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xmlns="" id="{EC1F6917-9875-6D59-CDB6-9328CB1EB6E0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Arc 70">
              <a:extLst>
                <a:ext uri="{FF2B5EF4-FFF2-40B4-BE49-F238E27FC236}">
                  <a16:creationId xmlns:a16="http://schemas.microsoft.com/office/drawing/2014/main" xmlns="" id="{842178B8-6D8B-2DB3-4A4F-8B6F251B239D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xmlns="" id="{6334D252-8063-7B32-45FD-91E3566C00B1}"/>
              </a:ext>
            </a:extLst>
          </p:cNvPr>
          <p:cNvGrpSpPr/>
          <p:nvPr/>
        </p:nvGrpSpPr>
        <p:grpSpPr>
          <a:xfrm>
            <a:off x="5981700" y="2057016"/>
            <a:ext cx="364710" cy="292608"/>
            <a:chOff x="5981700" y="323466"/>
            <a:chExt cx="364710" cy="29260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xmlns="" id="{F175E0F1-8A3B-D28B-D692-84C3D5CA94F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Arc 73">
              <a:extLst>
                <a:ext uri="{FF2B5EF4-FFF2-40B4-BE49-F238E27FC236}">
                  <a16:creationId xmlns:a16="http://schemas.microsoft.com/office/drawing/2014/main" xmlns="" id="{94340669-E9B7-4A15-910F-8569189F2B0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xmlns="" id="{B41398A0-5D8C-219B-7CF3-EF3369FD9E4D}"/>
              </a:ext>
            </a:extLst>
          </p:cNvPr>
          <p:cNvGrpSpPr/>
          <p:nvPr/>
        </p:nvGrpSpPr>
        <p:grpSpPr>
          <a:xfrm>
            <a:off x="5981700" y="2295141"/>
            <a:ext cx="364710" cy="292608"/>
            <a:chOff x="5981700" y="323466"/>
            <a:chExt cx="364710" cy="292608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xmlns="" id="{1F95D269-31AF-EE79-42C4-DDC3A2ED8D0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xmlns="" id="{3ACBF1A9-8DFC-D5E0-8C08-8322271D3A77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xmlns="" id="{8E4DECA8-5BE8-6E15-F9E0-06A97135B17A}"/>
              </a:ext>
            </a:extLst>
          </p:cNvPr>
          <p:cNvGrpSpPr/>
          <p:nvPr/>
        </p:nvGrpSpPr>
        <p:grpSpPr>
          <a:xfrm>
            <a:off x="5981700" y="2552316"/>
            <a:ext cx="364710" cy="292608"/>
            <a:chOff x="5981700" y="323466"/>
            <a:chExt cx="364710" cy="29260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xmlns="" id="{3F33D6DD-BFC2-AC5B-5E25-79F2C77A249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xmlns="" id="{14B35254-5989-49DC-72B0-1E3FDCA19A35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xmlns="" id="{6ACD5758-357E-6448-5CD6-34B367C8C8F4}"/>
              </a:ext>
            </a:extLst>
          </p:cNvPr>
          <p:cNvGrpSpPr/>
          <p:nvPr/>
        </p:nvGrpSpPr>
        <p:grpSpPr>
          <a:xfrm>
            <a:off x="5981700" y="2799966"/>
            <a:ext cx="364710" cy="292608"/>
            <a:chOff x="5981700" y="323466"/>
            <a:chExt cx="364710" cy="292608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xmlns="" id="{90FE7B1E-CC38-A41E-BBBB-0E1E1BB51E0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Arc 82">
              <a:extLst>
                <a:ext uri="{FF2B5EF4-FFF2-40B4-BE49-F238E27FC236}">
                  <a16:creationId xmlns:a16="http://schemas.microsoft.com/office/drawing/2014/main" xmlns="" id="{064FB018-B832-A6C8-6A18-4C82A055BE4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xmlns="" id="{BC87D57E-0711-1C8F-E1DC-27BA2E1B0156}"/>
              </a:ext>
            </a:extLst>
          </p:cNvPr>
          <p:cNvGrpSpPr/>
          <p:nvPr/>
        </p:nvGrpSpPr>
        <p:grpSpPr>
          <a:xfrm>
            <a:off x="5981700" y="3047616"/>
            <a:ext cx="364710" cy="292608"/>
            <a:chOff x="5981700" y="323466"/>
            <a:chExt cx="364710" cy="29260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xmlns="" id="{DCBFC7E3-4491-9020-426F-10C3DC5EF40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Arc 85">
              <a:extLst>
                <a:ext uri="{FF2B5EF4-FFF2-40B4-BE49-F238E27FC236}">
                  <a16:creationId xmlns:a16="http://schemas.microsoft.com/office/drawing/2014/main" xmlns="" id="{51120AF4-76A3-B60C-B17F-5A241AEF25B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xmlns="" id="{9C88F040-2AB6-8323-BA50-9D0ED2C398E3}"/>
              </a:ext>
            </a:extLst>
          </p:cNvPr>
          <p:cNvGrpSpPr/>
          <p:nvPr/>
        </p:nvGrpSpPr>
        <p:grpSpPr>
          <a:xfrm>
            <a:off x="5981700" y="3295266"/>
            <a:ext cx="364710" cy="292608"/>
            <a:chOff x="5981700" y="323466"/>
            <a:chExt cx="364710" cy="292608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xmlns="" id="{0E902587-FCC3-4109-8354-34A9253BF166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Arc 88">
              <a:extLst>
                <a:ext uri="{FF2B5EF4-FFF2-40B4-BE49-F238E27FC236}">
                  <a16:creationId xmlns:a16="http://schemas.microsoft.com/office/drawing/2014/main" xmlns="" id="{92A17050-8FFD-1D92-5315-F3AE33235D31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xmlns="" id="{67C8A194-DD25-351F-6C68-AFAB9192E266}"/>
              </a:ext>
            </a:extLst>
          </p:cNvPr>
          <p:cNvGrpSpPr/>
          <p:nvPr/>
        </p:nvGrpSpPr>
        <p:grpSpPr>
          <a:xfrm>
            <a:off x="5981700" y="3542916"/>
            <a:ext cx="364710" cy="292608"/>
            <a:chOff x="5981700" y="323466"/>
            <a:chExt cx="364710" cy="292608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xmlns="" id="{7B10CCCF-8B2B-FADF-7734-F689B3EAF21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c 91">
              <a:extLst>
                <a:ext uri="{FF2B5EF4-FFF2-40B4-BE49-F238E27FC236}">
                  <a16:creationId xmlns:a16="http://schemas.microsoft.com/office/drawing/2014/main" xmlns="" id="{65D93716-7229-0D2E-185D-EB92654B93B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xmlns="" id="{6CC77FAD-F208-1023-C1AD-9B4BD069D952}"/>
              </a:ext>
            </a:extLst>
          </p:cNvPr>
          <p:cNvGrpSpPr/>
          <p:nvPr/>
        </p:nvGrpSpPr>
        <p:grpSpPr>
          <a:xfrm>
            <a:off x="5981700" y="3800091"/>
            <a:ext cx="364710" cy="292608"/>
            <a:chOff x="5981700" y="323466"/>
            <a:chExt cx="364710" cy="292608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xmlns="" id="{15B7FCCF-8686-9E22-4553-440516BFB63A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Arc 94">
              <a:extLst>
                <a:ext uri="{FF2B5EF4-FFF2-40B4-BE49-F238E27FC236}">
                  <a16:creationId xmlns:a16="http://schemas.microsoft.com/office/drawing/2014/main" xmlns="" id="{4B5A37D7-CA9F-6C35-AF1F-91629A71CD2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xmlns="" id="{B38CBF3E-0B1B-CB43-9A6C-1D5F2F8E3BA8}"/>
              </a:ext>
            </a:extLst>
          </p:cNvPr>
          <p:cNvGrpSpPr/>
          <p:nvPr/>
        </p:nvGrpSpPr>
        <p:grpSpPr>
          <a:xfrm>
            <a:off x="5981700" y="4038216"/>
            <a:ext cx="364710" cy="292608"/>
            <a:chOff x="5981700" y="323466"/>
            <a:chExt cx="364710" cy="292608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xmlns="" id="{83CCC6FA-D61D-CB0C-D82F-DDEEE407966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c 97">
              <a:extLst>
                <a:ext uri="{FF2B5EF4-FFF2-40B4-BE49-F238E27FC236}">
                  <a16:creationId xmlns:a16="http://schemas.microsoft.com/office/drawing/2014/main" xmlns="" id="{F47D239B-D49C-21BB-4326-DC03A8D0E15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xmlns="" id="{FDC24FAC-131D-564C-7B3D-DB1AD34D4230}"/>
              </a:ext>
            </a:extLst>
          </p:cNvPr>
          <p:cNvGrpSpPr/>
          <p:nvPr/>
        </p:nvGrpSpPr>
        <p:grpSpPr>
          <a:xfrm>
            <a:off x="5981700" y="4285866"/>
            <a:ext cx="364710" cy="292608"/>
            <a:chOff x="5981700" y="323466"/>
            <a:chExt cx="364710" cy="292608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xmlns="" id="{09891AC2-67E4-C933-04E7-0EBA5D40DAB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Arc 100">
              <a:extLst>
                <a:ext uri="{FF2B5EF4-FFF2-40B4-BE49-F238E27FC236}">
                  <a16:creationId xmlns:a16="http://schemas.microsoft.com/office/drawing/2014/main" xmlns="" id="{29C2D272-0668-BE4F-E7C1-7D8429020EB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xmlns="" id="{B4784D22-3549-A07E-8BE3-6FEFDACFB891}"/>
              </a:ext>
            </a:extLst>
          </p:cNvPr>
          <p:cNvGrpSpPr/>
          <p:nvPr/>
        </p:nvGrpSpPr>
        <p:grpSpPr>
          <a:xfrm>
            <a:off x="5981700" y="4523991"/>
            <a:ext cx="364710" cy="292608"/>
            <a:chOff x="5981700" y="323466"/>
            <a:chExt cx="364710" cy="292608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xmlns="" id="{333A5B8C-FF23-37F4-0636-E6431D967D2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xmlns="" id="{9D6BC3B3-12BE-B8FA-18BC-F6B62D1F6F2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xmlns="" id="{AC081016-577A-FED1-CB20-C84262484FFE}"/>
              </a:ext>
            </a:extLst>
          </p:cNvPr>
          <p:cNvGrpSpPr/>
          <p:nvPr/>
        </p:nvGrpSpPr>
        <p:grpSpPr>
          <a:xfrm>
            <a:off x="5981700" y="4771641"/>
            <a:ext cx="364710" cy="292608"/>
            <a:chOff x="5981700" y="323466"/>
            <a:chExt cx="364710" cy="292608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xmlns="" id="{5660644D-C09F-668C-6D85-323D385BAD7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>
              <a:extLst>
                <a:ext uri="{FF2B5EF4-FFF2-40B4-BE49-F238E27FC236}">
                  <a16:creationId xmlns:a16="http://schemas.microsoft.com/office/drawing/2014/main" xmlns="" id="{A1A82F10-195A-E5EC-431C-D3279627219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xmlns="" id="{F3119011-876C-B97A-DE38-97DE4FF2BC7B}"/>
              </a:ext>
            </a:extLst>
          </p:cNvPr>
          <p:cNvGrpSpPr/>
          <p:nvPr/>
        </p:nvGrpSpPr>
        <p:grpSpPr>
          <a:xfrm>
            <a:off x="5981700" y="5028816"/>
            <a:ext cx="364710" cy="292608"/>
            <a:chOff x="5981700" y="323466"/>
            <a:chExt cx="364710" cy="292608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xmlns="" id="{B047AB49-160A-EAFB-151E-981CCFC37DC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:a16="http://schemas.microsoft.com/office/drawing/2014/main" xmlns="" id="{57E82760-2743-C4FF-A5C0-C8AC26F18E5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xmlns="" id="{0F115EEA-7C78-3DC1-9252-A29FCE129D36}"/>
              </a:ext>
            </a:extLst>
          </p:cNvPr>
          <p:cNvGrpSpPr/>
          <p:nvPr/>
        </p:nvGrpSpPr>
        <p:grpSpPr>
          <a:xfrm>
            <a:off x="5981700" y="5266941"/>
            <a:ext cx="364710" cy="292608"/>
            <a:chOff x="5981700" y="323466"/>
            <a:chExt cx="364710" cy="292608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xmlns="" id="{B0F510D5-0396-460C-CA3A-325D9E0AA99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Arc 112">
              <a:extLst>
                <a:ext uri="{FF2B5EF4-FFF2-40B4-BE49-F238E27FC236}">
                  <a16:creationId xmlns:a16="http://schemas.microsoft.com/office/drawing/2014/main" xmlns="" id="{1F90134C-5284-56BE-F6E2-CCBE31E6F05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xmlns="" id="{DBDD9DAE-4A8B-98DA-B2C6-A04A05C72F81}"/>
              </a:ext>
            </a:extLst>
          </p:cNvPr>
          <p:cNvGrpSpPr/>
          <p:nvPr/>
        </p:nvGrpSpPr>
        <p:grpSpPr>
          <a:xfrm>
            <a:off x="5981700" y="5524116"/>
            <a:ext cx="364710" cy="292608"/>
            <a:chOff x="5981700" y="323466"/>
            <a:chExt cx="364710" cy="29260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xmlns="" id="{19DDBB64-A28C-9FFB-15BE-8934F26C2C3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Arc 115">
              <a:extLst>
                <a:ext uri="{FF2B5EF4-FFF2-40B4-BE49-F238E27FC236}">
                  <a16:creationId xmlns:a16="http://schemas.microsoft.com/office/drawing/2014/main" xmlns="" id="{0C2CB9C5-CF04-5A3B-A5DF-01951E1B43C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xmlns="" id="{00801F4C-8316-5A72-F42F-9772625E11B7}"/>
              </a:ext>
            </a:extLst>
          </p:cNvPr>
          <p:cNvGrpSpPr/>
          <p:nvPr/>
        </p:nvGrpSpPr>
        <p:grpSpPr>
          <a:xfrm>
            <a:off x="5991225" y="5771766"/>
            <a:ext cx="364710" cy="292608"/>
            <a:chOff x="5981700" y="323466"/>
            <a:chExt cx="364710" cy="292608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xmlns="" id="{CA33F0B5-12D4-90AF-6393-67364390577E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Arc 118">
              <a:extLst>
                <a:ext uri="{FF2B5EF4-FFF2-40B4-BE49-F238E27FC236}">
                  <a16:creationId xmlns:a16="http://schemas.microsoft.com/office/drawing/2014/main" xmlns="" id="{3078780A-1850-DCF5-B468-9F7CE8FE01F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xmlns="" id="{124980AA-157C-2AFF-BD89-DBE2A5AEF073}"/>
              </a:ext>
            </a:extLst>
          </p:cNvPr>
          <p:cNvGrpSpPr/>
          <p:nvPr/>
        </p:nvGrpSpPr>
        <p:grpSpPr>
          <a:xfrm>
            <a:off x="5981700" y="6028941"/>
            <a:ext cx="364710" cy="292608"/>
            <a:chOff x="5981700" y="323466"/>
            <a:chExt cx="364710" cy="292608"/>
          </a:xfrm>
        </p:grpSpPr>
        <p:sp>
          <p:nvSpPr>
            <p:cNvPr id="121" name="Oval 120">
              <a:extLst>
                <a:ext uri="{FF2B5EF4-FFF2-40B4-BE49-F238E27FC236}">
                  <a16:creationId xmlns:a16="http://schemas.microsoft.com/office/drawing/2014/main" xmlns="" id="{30D9338D-C487-4C9C-E00C-B4B47DD73A2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:a16="http://schemas.microsoft.com/office/drawing/2014/main" xmlns="" id="{FD010B24-85D4-B5AB-51F0-8C87B98564E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3" name="Rectangle 122">
            <a:extLst>
              <a:ext uri="{FF2B5EF4-FFF2-40B4-BE49-F238E27FC236}">
                <a16:creationId xmlns:a16="http://schemas.microsoft.com/office/drawing/2014/main" xmlns="" id="{8D4C1EDA-9110-0D82-2ABF-69D43374D24D}"/>
              </a:ext>
            </a:extLst>
          </p:cNvPr>
          <p:cNvSpPr/>
          <p:nvPr/>
        </p:nvSpPr>
        <p:spPr>
          <a:xfrm>
            <a:off x="6561178" y="414992"/>
            <a:ext cx="4921112" cy="5573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Why It is important for Pakistan?</a:t>
            </a:r>
            <a:endParaRPr lang="en-US" sz="28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EU is the largest importer region of Pakistani goods ($9.82 billion in 2025-2026). More than 30% exports send to EU members.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Pakistan exports Textile, Cotton, Fabric, Leather goods, Sports goods, IT, </a:t>
            </a:r>
            <a:r>
              <a:rPr lang="en-US" sz="24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Agri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-food and Sea-food to EU.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1315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B49B653-F82D-52DD-3373-EF7CD343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DBF747C-C898-FAC1-A684-D7D009857C24}"/>
              </a:ext>
            </a:extLst>
          </p:cNvPr>
          <p:cNvSpPr/>
          <p:nvPr/>
        </p:nvSpPr>
        <p:spPr>
          <a:xfrm>
            <a:off x="6200775" y="238124"/>
            <a:ext cx="5410200" cy="6372225"/>
          </a:xfrm>
          <a:prstGeom prst="rect">
            <a:avLst/>
          </a:prstGeom>
          <a:solidFill>
            <a:schemeClr val="bg1"/>
          </a:solidFill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B98B2E6-66EB-FA16-6CAA-7328B9409A56}"/>
              </a:ext>
            </a:extLst>
          </p:cNvPr>
          <p:cNvSpPr/>
          <p:nvPr/>
        </p:nvSpPr>
        <p:spPr>
          <a:xfrm>
            <a:off x="771525" y="238124"/>
            <a:ext cx="5410200" cy="637222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n-US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TRACEPASS</a:t>
            </a:r>
            <a:endParaRPr lang="en-US" sz="4400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18F27E5F-8AB7-C933-B1F5-63F52B4EBC77}"/>
              </a:ext>
            </a:extLst>
          </p:cNvPr>
          <p:cNvSpPr/>
          <p:nvPr/>
        </p:nvSpPr>
        <p:spPr>
          <a:xfrm>
            <a:off x="6286500" y="400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84EEC563-2DED-4416-2C87-31455035FB0C}"/>
              </a:ext>
            </a:extLst>
          </p:cNvPr>
          <p:cNvSpPr/>
          <p:nvPr/>
        </p:nvSpPr>
        <p:spPr>
          <a:xfrm>
            <a:off x="6286500" y="647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E40D0E73-9F08-859E-43E2-25EB19218526}"/>
              </a:ext>
            </a:extLst>
          </p:cNvPr>
          <p:cNvSpPr/>
          <p:nvPr/>
        </p:nvSpPr>
        <p:spPr>
          <a:xfrm>
            <a:off x="6286500" y="895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4DB5A593-0CFB-36F3-F8DA-C3F3A2CFB622}"/>
              </a:ext>
            </a:extLst>
          </p:cNvPr>
          <p:cNvSpPr/>
          <p:nvPr/>
        </p:nvSpPr>
        <p:spPr>
          <a:xfrm>
            <a:off x="6286500" y="1142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AA568633-31CA-A32D-D861-3B1240EC81B6}"/>
              </a:ext>
            </a:extLst>
          </p:cNvPr>
          <p:cNvSpPr/>
          <p:nvPr/>
        </p:nvSpPr>
        <p:spPr>
          <a:xfrm>
            <a:off x="6286500" y="13906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D0946FD7-DEB2-0AEE-D3E7-FAABAC2357AF}"/>
              </a:ext>
            </a:extLst>
          </p:cNvPr>
          <p:cNvSpPr/>
          <p:nvPr/>
        </p:nvSpPr>
        <p:spPr>
          <a:xfrm>
            <a:off x="6286500" y="16382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8D9F2A4B-9D87-7FFE-1886-9FC01DA34065}"/>
              </a:ext>
            </a:extLst>
          </p:cNvPr>
          <p:cNvSpPr/>
          <p:nvPr/>
        </p:nvSpPr>
        <p:spPr>
          <a:xfrm>
            <a:off x="6286500" y="18859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2D1C037B-9232-194A-F63E-D1198BD5BECB}"/>
              </a:ext>
            </a:extLst>
          </p:cNvPr>
          <p:cNvSpPr/>
          <p:nvPr/>
        </p:nvSpPr>
        <p:spPr>
          <a:xfrm>
            <a:off x="6286500" y="21335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97981C1E-3857-DF09-0177-8A06F7B8C93F}"/>
              </a:ext>
            </a:extLst>
          </p:cNvPr>
          <p:cNvSpPr/>
          <p:nvPr/>
        </p:nvSpPr>
        <p:spPr>
          <a:xfrm>
            <a:off x="6286500" y="23812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041C004F-2B07-5BE4-E16D-AFA271378B4F}"/>
              </a:ext>
            </a:extLst>
          </p:cNvPr>
          <p:cNvSpPr/>
          <p:nvPr/>
        </p:nvSpPr>
        <p:spPr>
          <a:xfrm>
            <a:off x="6286500" y="26288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1767DF3F-7FF7-2A4C-6211-20A32CA30D60}"/>
              </a:ext>
            </a:extLst>
          </p:cNvPr>
          <p:cNvSpPr/>
          <p:nvPr/>
        </p:nvSpPr>
        <p:spPr>
          <a:xfrm>
            <a:off x="6286500" y="28765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0989497C-10B7-BD33-02AC-312809AFEA7E}"/>
              </a:ext>
            </a:extLst>
          </p:cNvPr>
          <p:cNvSpPr/>
          <p:nvPr/>
        </p:nvSpPr>
        <p:spPr>
          <a:xfrm>
            <a:off x="6286500" y="31241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EC170CAD-85DD-951C-2E45-44F4B3207F5A}"/>
              </a:ext>
            </a:extLst>
          </p:cNvPr>
          <p:cNvSpPr/>
          <p:nvPr/>
        </p:nvSpPr>
        <p:spPr>
          <a:xfrm>
            <a:off x="6286500" y="33718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6CBFAEB0-427B-C183-269E-B7F22C532425}"/>
              </a:ext>
            </a:extLst>
          </p:cNvPr>
          <p:cNvSpPr/>
          <p:nvPr/>
        </p:nvSpPr>
        <p:spPr>
          <a:xfrm>
            <a:off x="6286500" y="36194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1A865A29-9259-99F5-30D2-7D9D77A07673}"/>
              </a:ext>
            </a:extLst>
          </p:cNvPr>
          <p:cNvSpPr/>
          <p:nvPr/>
        </p:nvSpPr>
        <p:spPr>
          <a:xfrm>
            <a:off x="6286500" y="38671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A9BD25F8-8B1D-B8B7-5509-6B3900E77488}"/>
              </a:ext>
            </a:extLst>
          </p:cNvPr>
          <p:cNvSpPr/>
          <p:nvPr/>
        </p:nvSpPr>
        <p:spPr>
          <a:xfrm>
            <a:off x="6286500" y="41147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8C325336-0110-64E7-17C1-798D8BA62F8F}"/>
              </a:ext>
            </a:extLst>
          </p:cNvPr>
          <p:cNvSpPr/>
          <p:nvPr/>
        </p:nvSpPr>
        <p:spPr>
          <a:xfrm>
            <a:off x="6286500" y="43624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7ED93CA2-6975-2E8B-C7B5-B07148930960}"/>
              </a:ext>
            </a:extLst>
          </p:cNvPr>
          <p:cNvSpPr/>
          <p:nvPr/>
        </p:nvSpPr>
        <p:spPr>
          <a:xfrm>
            <a:off x="6286500" y="46100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6E252A62-4114-2C2C-0938-450CA28947E9}"/>
              </a:ext>
            </a:extLst>
          </p:cNvPr>
          <p:cNvSpPr/>
          <p:nvPr/>
        </p:nvSpPr>
        <p:spPr>
          <a:xfrm>
            <a:off x="6286500" y="48577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15145535-565B-35B3-4181-D04856B0357E}"/>
              </a:ext>
            </a:extLst>
          </p:cNvPr>
          <p:cNvSpPr/>
          <p:nvPr/>
        </p:nvSpPr>
        <p:spPr>
          <a:xfrm>
            <a:off x="6286500" y="51053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677DA24D-DD66-AAFE-2F4E-3D71AA3E6AB0}"/>
              </a:ext>
            </a:extLst>
          </p:cNvPr>
          <p:cNvSpPr/>
          <p:nvPr/>
        </p:nvSpPr>
        <p:spPr>
          <a:xfrm>
            <a:off x="6286500" y="5353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E415858E-4B5C-CDA9-DE2D-B7CBA68C8556}"/>
              </a:ext>
            </a:extLst>
          </p:cNvPr>
          <p:cNvSpPr/>
          <p:nvPr/>
        </p:nvSpPr>
        <p:spPr>
          <a:xfrm>
            <a:off x="6286500" y="5600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167A0A27-6BA4-DD53-F081-83B7B05F0261}"/>
              </a:ext>
            </a:extLst>
          </p:cNvPr>
          <p:cNvSpPr/>
          <p:nvPr/>
        </p:nvSpPr>
        <p:spPr>
          <a:xfrm>
            <a:off x="6286500" y="5848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6299853B-AA90-3849-11F1-1A4C48F71365}"/>
              </a:ext>
            </a:extLst>
          </p:cNvPr>
          <p:cNvSpPr/>
          <p:nvPr/>
        </p:nvSpPr>
        <p:spPr>
          <a:xfrm>
            <a:off x="6286500" y="6095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26C3F351-D61A-FCB1-7694-AF167DCEE280}"/>
              </a:ext>
            </a:extLst>
          </p:cNvPr>
          <p:cNvGrpSpPr/>
          <p:nvPr/>
        </p:nvGrpSpPr>
        <p:grpSpPr>
          <a:xfrm>
            <a:off x="5981700" y="323466"/>
            <a:ext cx="364710" cy="292608"/>
            <a:chOff x="5981700" y="323466"/>
            <a:chExt cx="364710" cy="292608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xmlns="" id="{A6E2D6B3-342D-EB5F-5E19-8537633AB28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xmlns="" id="{36056DEA-49DE-7763-422D-4DBF22C9EF6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xmlns="" id="{4E1C400F-26D6-1823-2C78-C7631F622635}"/>
              </a:ext>
            </a:extLst>
          </p:cNvPr>
          <p:cNvGrpSpPr/>
          <p:nvPr/>
        </p:nvGrpSpPr>
        <p:grpSpPr>
          <a:xfrm>
            <a:off x="5981700" y="561591"/>
            <a:ext cx="364710" cy="292608"/>
            <a:chOff x="5981700" y="323466"/>
            <a:chExt cx="364710" cy="292608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xmlns="" id="{E1A04797-A8C7-E3D9-7170-3A4959849C1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xmlns="" id="{E12EA4D8-8589-F8DD-DE0E-66C2177C97E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xmlns="" id="{A087BCDE-7005-25A4-1860-46331DFEFBA5}"/>
              </a:ext>
            </a:extLst>
          </p:cNvPr>
          <p:cNvGrpSpPr/>
          <p:nvPr/>
        </p:nvGrpSpPr>
        <p:grpSpPr>
          <a:xfrm>
            <a:off x="5981700" y="809241"/>
            <a:ext cx="364710" cy="292608"/>
            <a:chOff x="5981700" y="323466"/>
            <a:chExt cx="364710" cy="292608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xmlns="" id="{3581949D-442F-7524-F99D-5A8088D8E14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xmlns="" id="{02D7B595-29A3-11C1-3614-A3198F94592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xmlns="" id="{FB290B83-0E01-2860-E35D-2FF552994951}"/>
              </a:ext>
            </a:extLst>
          </p:cNvPr>
          <p:cNvGrpSpPr/>
          <p:nvPr/>
        </p:nvGrpSpPr>
        <p:grpSpPr>
          <a:xfrm>
            <a:off x="5981700" y="1066416"/>
            <a:ext cx="364710" cy="292608"/>
            <a:chOff x="5981700" y="323466"/>
            <a:chExt cx="364710" cy="29260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xmlns="" id="{6F929B18-1882-FDE4-813E-6B036209892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xmlns="" id="{982FB3D8-FD66-CA49-64EC-27B30CFD234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xmlns="" id="{7825E36E-56DC-774E-6E7A-31BA18848AA1}"/>
              </a:ext>
            </a:extLst>
          </p:cNvPr>
          <p:cNvGrpSpPr/>
          <p:nvPr/>
        </p:nvGrpSpPr>
        <p:grpSpPr>
          <a:xfrm>
            <a:off x="5981700" y="1304541"/>
            <a:ext cx="364710" cy="292608"/>
            <a:chOff x="5981700" y="323466"/>
            <a:chExt cx="364710" cy="292608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xmlns="" id="{ED86C4D0-421F-E188-D347-FB75A80318D7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xmlns="" id="{7251B93F-50B9-C260-ECEA-5767A372366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xmlns="" id="{C3079399-2A21-14E1-E7E4-E94ED810D168}"/>
              </a:ext>
            </a:extLst>
          </p:cNvPr>
          <p:cNvGrpSpPr/>
          <p:nvPr/>
        </p:nvGrpSpPr>
        <p:grpSpPr>
          <a:xfrm>
            <a:off x="5981700" y="1552191"/>
            <a:ext cx="364710" cy="292608"/>
            <a:chOff x="5981700" y="323466"/>
            <a:chExt cx="364710" cy="29260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xmlns="" id="{7CD11775-2901-2E40-5490-630DC1623B0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Arc 67">
              <a:extLst>
                <a:ext uri="{FF2B5EF4-FFF2-40B4-BE49-F238E27FC236}">
                  <a16:creationId xmlns:a16="http://schemas.microsoft.com/office/drawing/2014/main" xmlns="" id="{5B556831-69E2-8918-5D16-C84DEC61260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xmlns="" id="{5ADEE217-7DF5-3EDB-61BF-AF3C812CBEE6}"/>
              </a:ext>
            </a:extLst>
          </p:cNvPr>
          <p:cNvGrpSpPr/>
          <p:nvPr/>
        </p:nvGrpSpPr>
        <p:grpSpPr>
          <a:xfrm>
            <a:off x="5981700" y="1809366"/>
            <a:ext cx="364710" cy="292608"/>
            <a:chOff x="5981700" y="323466"/>
            <a:chExt cx="364710" cy="292608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xmlns="" id="{841DE28C-2D28-1185-E3B4-C2BB3354E52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Arc 70">
              <a:extLst>
                <a:ext uri="{FF2B5EF4-FFF2-40B4-BE49-F238E27FC236}">
                  <a16:creationId xmlns:a16="http://schemas.microsoft.com/office/drawing/2014/main" xmlns="" id="{FADBB813-4022-6BF4-4302-D581AB1A6C9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xmlns="" id="{9D9C9153-B8FA-38C4-EB67-86B9459BFFE9}"/>
              </a:ext>
            </a:extLst>
          </p:cNvPr>
          <p:cNvGrpSpPr/>
          <p:nvPr/>
        </p:nvGrpSpPr>
        <p:grpSpPr>
          <a:xfrm>
            <a:off x="5981700" y="2057016"/>
            <a:ext cx="364710" cy="292608"/>
            <a:chOff x="5981700" y="323466"/>
            <a:chExt cx="364710" cy="29260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xmlns="" id="{874762A5-21AC-4851-DF9C-A0D7DBFA5AFA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Arc 73">
              <a:extLst>
                <a:ext uri="{FF2B5EF4-FFF2-40B4-BE49-F238E27FC236}">
                  <a16:creationId xmlns:a16="http://schemas.microsoft.com/office/drawing/2014/main" xmlns="" id="{BDBA534A-9F3C-F651-600E-DD503C672D2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xmlns="" id="{79961178-ABE0-C7D2-04FE-9A129BC81ED4}"/>
              </a:ext>
            </a:extLst>
          </p:cNvPr>
          <p:cNvGrpSpPr/>
          <p:nvPr/>
        </p:nvGrpSpPr>
        <p:grpSpPr>
          <a:xfrm>
            <a:off x="5981700" y="2295141"/>
            <a:ext cx="364710" cy="292608"/>
            <a:chOff x="5981700" y="323466"/>
            <a:chExt cx="364710" cy="292608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xmlns="" id="{D8C47778-3FE4-169B-9D62-9C01A7F9594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xmlns="" id="{FDC23D54-870F-5B8A-AB44-E52FAE0875B5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xmlns="" id="{B99FDF76-FB64-197E-90CD-2A6F48DA61F3}"/>
              </a:ext>
            </a:extLst>
          </p:cNvPr>
          <p:cNvGrpSpPr/>
          <p:nvPr/>
        </p:nvGrpSpPr>
        <p:grpSpPr>
          <a:xfrm>
            <a:off x="5981700" y="2552316"/>
            <a:ext cx="364710" cy="292608"/>
            <a:chOff x="5981700" y="323466"/>
            <a:chExt cx="364710" cy="29260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xmlns="" id="{C7D39EC7-8798-33A9-DB8C-D12FB95A963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xmlns="" id="{CA276D5B-D344-FC55-AFBA-FB0F2E0A212D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xmlns="" id="{5B4D2A7E-D5B4-408F-5ACC-A43BFE1E3809}"/>
              </a:ext>
            </a:extLst>
          </p:cNvPr>
          <p:cNvGrpSpPr/>
          <p:nvPr/>
        </p:nvGrpSpPr>
        <p:grpSpPr>
          <a:xfrm>
            <a:off x="5981700" y="2799966"/>
            <a:ext cx="364710" cy="292608"/>
            <a:chOff x="5981700" y="323466"/>
            <a:chExt cx="364710" cy="292608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xmlns="" id="{FA296D8C-160F-84DE-0432-628B589F211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Arc 82">
              <a:extLst>
                <a:ext uri="{FF2B5EF4-FFF2-40B4-BE49-F238E27FC236}">
                  <a16:creationId xmlns:a16="http://schemas.microsoft.com/office/drawing/2014/main" xmlns="" id="{7ACD6CCD-3CFB-52A8-E091-FDDB0E796F5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xmlns="" id="{44FED0D5-3E54-90C0-E3E7-BF526FE9D113}"/>
              </a:ext>
            </a:extLst>
          </p:cNvPr>
          <p:cNvGrpSpPr/>
          <p:nvPr/>
        </p:nvGrpSpPr>
        <p:grpSpPr>
          <a:xfrm>
            <a:off x="5981700" y="3047616"/>
            <a:ext cx="364710" cy="292608"/>
            <a:chOff x="5981700" y="323466"/>
            <a:chExt cx="364710" cy="29260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xmlns="" id="{656B078E-FF03-15AE-74D7-C0ED1C34B55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Arc 85">
              <a:extLst>
                <a:ext uri="{FF2B5EF4-FFF2-40B4-BE49-F238E27FC236}">
                  <a16:creationId xmlns:a16="http://schemas.microsoft.com/office/drawing/2014/main" xmlns="" id="{6B33F721-99DC-4BB8-9E9E-DAF43599FE1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xmlns="" id="{59827D44-4B51-A191-64E5-C84C0624372E}"/>
              </a:ext>
            </a:extLst>
          </p:cNvPr>
          <p:cNvGrpSpPr/>
          <p:nvPr/>
        </p:nvGrpSpPr>
        <p:grpSpPr>
          <a:xfrm>
            <a:off x="5981700" y="3295266"/>
            <a:ext cx="364710" cy="292608"/>
            <a:chOff x="5981700" y="323466"/>
            <a:chExt cx="364710" cy="292608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xmlns="" id="{402C9496-9C16-3C84-DE2A-8792B0D53BA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Arc 88">
              <a:extLst>
                <a:ext uri="{FF2B5EF4-FFF2-40B4-BE49-F238E27FC236}">
                  <a16:creationId xmlns:a16="http://schemas.microsoft.com/office/drawing/2014/main" xmlns="" id="{D4F27B29-B37A-5397-E933-37DF44EFCF3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xmlns="" id="{C31CDB83-6843-FF34-4DD1-308EBFE5E615}"/>
              </a:ext>
            </a:extLst>
          </p:cNvPr>
          <p:cNvGrpSpPr/>
          <p:nvPr/>
        </p:nvGrpSpPr>
        <p:grpSpPr>
          <a:xfrm>
            <a:off x="5981700" y="3542916"/>
            <a:ext cx="364710" cy="292608"/>
            <a:chOff x="5981700" y="323466"/>
            <a:chExt cx="364710" cy="292608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xmlns="" id="{B6601984-7036-87C4-47B4-9F20BE341D87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c 91">
              <a:extLst>
                <a:ext uri="{FF2B5EF4-FFF2-40B4-BE49-F238E27FC236}">
                  <a16:creationId xmlns:a16="http://schemas.microsoft.com/office/drawing/2014/main" xmlns="" id="{985ED055-0FFF-9046-6A6B-2F0B309B0601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xmlns="" id="{2F3C57F8-4743-E9F0-EEB4-1B99AAA02502}"/>
              </a:ext>
            </a:extLst>
          </p:cNvPr>
          <p:cNvGrpSpPr/>
          <p:nvPr/>
        </p:nvGrpSpPr>
        <p:grpSpPr>
          <a:xfrm>
            <a:off x="5981700" y="3800091"/>
            <a:ext cx="364710" cy="292608"/>
            <a:chOff x="5981700" y="323466"/>
            <a:chExt cx="364710" cy="292608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xmlns="" id="{70E875F3-7DD6-842E-3C42-FB718801789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Arc 94">
              <a:extLst>
                <a:ext uri="{FF2B5EF4-FFF2-40B4-BE49-F238E27FC236}">
                  <a16:creationId xmlns:a16="http://schemas.microsoft.com/office/drawing/2014/main" xmlns="" id="{B2F6FB24-FC01-4AF4-9A35-DAA5B1A8563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xmlns="" id="{DDDFC3EA-F7A7-3A43-3D7E-FFBE8CE964FD}"/>
              </a:ext>
            </a:extLst>
          </p:cNvPr>
          <p:cNvGrpSpPr/>
          <p:nvPr/>
        </p:nvGrpSpPr>
        <p:grpSpPr>
          <a:xfrm>
            <a:off x="5981700" y="4038216"/>
            <a:ext cx="364710" cy="292608"/>
            <a:chOff x="5981700" y="323466"/>
            <a:chExt cx="364710" cy="292608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xmlns="" id="{5F25F946-F5CC-34FA-0E42-EA8C2624FCE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c 97">
              <a:extLst>
                <a:ext uri="{FF2B5EF4-FFF2-40B4-BE49-F238E27FC236}">
                  <a16:creationId xmlns:a16="http://schemas.microsoft.com/office/drawing/2014/main" xmlns="" id="{B792FC13-D3FC-7671-B724-A8CF4B9A39B4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xmlns="" id="{2DB2C038-DEFE-204E-30FC-790636ED570C}"/>
              </a:ext>
            </a:extLst>
          </p:cNvPr>
          <p:cNvGrpSpPr/>
          <p:nvPr/>
        </p:nvGrpSpPr>
        <p:grpSpPr>
          <a:xfrm>
            <a:off x="5981700" y="4285866"/>
            <a:ext cx="364710" cy="292608"/>
            <a:chOff x="5981700" y="323466"/>
            <a:chExt cx="364710" cy="292608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xmlns="" id="{45093590-8764-D5E6-8110-FD1D24889D7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Arc 100">
              <a:extLst>
                <a:ext uri="{FF2B5EF4-FFF2-40B4-BE49-F238E27FC236}">
                  <a16:creationId xmlns:a16="http://schemas.microsoft.com/office/drawing/2014/main" xmlns="" id="{770478F6-8E18-6FE2-B3C4-489000AC256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xmlns="" id="{BB5E874B-F6C3-FA86-2883-E06C0B907345}"/>
              </a:ext>
            </a:extLst>
          </p:cNvPr>
          <p:cNvGrpSpPr/>
          <p:nvPr/>
        </p:nvGrpSpPr>
        <p:grpSpPr>
          <a:xfrm>
            <a:off x="5981700" y="4523991"/>
            <a:ext cx="364710" cy="292608"/>
            <a:chOff x="5981700" y="323466"/>
            <a:chExt cx="364710" cy="292608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xmlns="" id="{ADCBCFB9-1DE9-6BCF-CAFB-A3A5E3E3BDC3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xmlns="" id="{06897284-51F0-34BA-B35F-D0DFBB95FC6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xmlns="" id="{C96F0D64-C1BF-B3A8-A519-7E4CF06FFDC7}"/>
              </a:ext>
            </a:extLst>
          </p:cNvPr>
          <p:cNvGrpSpPr/>
          <p:nvPr/>
        </p:nvGrpSpPr>
        <p:grpSpPr>
          <a:xfrm>
            <a:off x="5981700" y="4771641"/>
            <a:ext cx="364710" cy="292608"/>
            <a:chOff x="5981700" y="323466"/>
            <a:chExt cx="364710" cy="292608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xmlns="" id="{1346C700-051D-1F0B-ADAE-0132A316A7D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>
              <a:extLst>
                <a:ext uri="{FF2B5EF4-FFF2-40B4-BE49-F238E27FC236}">
                  <a16:creationId xmlns:a16="http://schemas.microsoft.com/office/drawing/2014/main" xmlns="" id="{BA5E0980-7A99-E9E0-4B91-E38555423E5B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xmlns="" id="{D6790D83-0F90-0346-D1FD-D5C3602DFFF6}"/>
              </a:ext>
            </a:extLst>
          </p:cNvPr>
          <p:cNvGrpSpPr/>
          <p:nvPr/>
        </p:nvGrpSpPr>
        <p:grpSpPr>
          <a:xfrm>
            <a:off x="5981700" y="5028816"/>
            <a:ext cx="364710" cy="292608"/>
            <a:chOff x="5981700" y="323466"/>
            <a:chExt cx="364710" cy="292608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xmlns="" id="{CE118234-AB4B-3CE4-8627-D437C8F1293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:a16="http://schemas.microsoft.com/office/drawing/2014/main" xmlns="" id="{24A6161C-A3EC-CB70-28BF-1AA5907F656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xmlns="" id="{F8BE1461-AE7E-40C6-28C5-62341855537E}"/>
              </a:ext>
            </a:extLst>
          </p:cNvPr>
          <p:cNvGrpSpPr/>
          <p:nvPr/>
        </p:nvGrpSpPr>
        <p:grpSpPr>
          <a:xfrm>
            <a:off x="5981700" y="5266941"/>
            <a:ext cx="364710" cy="292608"/>
            <a:chOff x="5981700" y="323466"/>
            <a:chExt cx="364710" cy="292608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xmlns="" id="{3D6C0D0C-1737-4ACF-DF05-40AB4B99799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Arc 112">
              <a:extLst>
                <a:ext uri="{FF2B5EF4-FFF2-40B4-BE49-F238E27FC236}">
                  <a16:creationId xmlns:a16="http://schemas.microsoft.com/office/drawing/2014/main" xmlns="" id="{C80C098A-9223-34F9-FB12-0ACBBD0C19A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xmlns="" id="{697EE20F-3D0A-E159-F8D9-0EC0D2AF7155}"/>
              </a:ext>
            </a:extLst>
          </p:cNvPr>
          <p:cNvGrpSpPr/>
          <p:nvPr/>
        </p:nvGrpSpPr>
        <p:grpSpPr>
          <a:xfrm>
            <a:off x="5981700" y="5524116"/>
            <a:ext cx="364710" cy="292608"/>
            <a:chOff x="5981700" y="323466"/>
            <a:chExt cx="364710" cy="29260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xmlns="" id="{4E528A35-0A92-6308-0EDC-AA6D20AA61B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Arc 115">
              <a:extLst>
                <a:ext uri="{FF2B5EF4-FFF2-40B4-BE49-F238E27FC236}">
                  <a16:creationId xmlns:a16="http://schemas.microsoft.com/office/drawing/2014/main" xmlns="" id="{39483389-2D87-DE50-A684-495349A8AE67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xmlns="" id="{786BE2FE-EF0F-688F-5B2C-6EF38976E83B}"/>
              </a:ext>
            </a:extLst>
          </p:cNvPr>
          <p:cNvGrpSpPr/>
          <p:nvPr/>
        </p:nvGrpSpPr>
        <p:grpSpPr>
          <a:xfrm>
            <a:off x="5991225" y="5771766"/>
            <a:ext cx="364710" cy="292608"/>
            <a:chOff x="5981700" y="323466"/>
            <a:chExt cx="364710" cy="292608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xmlns="" id="{A0C35F16-1AB8-1BF9-41DE-1B715E0D36D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Arc 118">
              <a:extLst>
                <a:ext uri="{FF2B5EF4-FFF2-40B4-BE49-F238E27FC236}">
                  <a16:creationId xmlns:a16="http://schemas.microsoft.com/office/drawing/2014/main" xmlns="" id="{C0154793-588A-3EFA-F58E-FF511C68E63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xmlns="" id="{511A915E-B563-6A18-4902-C0442601AD96}"/>
              </a:ext>
            </a:extLst>
          </p:cNvPr>
          <p:cNvGrpSpPr/>
          <p:nvPr/>
        </p:nvGrpSpPr>
        <p:grpSpPr>
          <a:xfrm>
            <a:off x="5981700" y="6028941"/>
            <a:ext cx="364710" cy="292608"/>
            <a:chOff x="5981700" y="323466"/>
            <a:chExt cx="364710" cy="292608"/>
          </a:xfrm>
        </p:grpSpPr>
        <p:sp>
          <p:nvSpPr>
            <p:cNvPr id="121" name="Oval 120">
              <a:extLst>
                <a:ext uri="{FF2B5EF4-FFF2-40B4-BE49-F238E27FC236}">
                  <a16:creationId xmlns:a16="http://schemas.microsoft.com/office/drawing/2014/main" xmlns="" id="{109142E7-2B8E-19B5-6124-89973384D7E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:a16="http://schemas.microsoft.com/office/drawing/2014/main" xmlns="" id="{AAE5814C-3B3B-8D93-EE2B-CB751AFBF13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3" name="Rectangle 122">
            <a:extLst>
              <a:ext uri="{FF2B5EF4-FFF2-40B4-BE49-F238E27FC236}">
                <a16:creationId xmlns:a16="http://schemas.microsoft.com/office/drawing/2014/main" xmlns="" id="{CEA14FBD-E081-AE2A-F431-E0CB87DCB16C}"/>
              </a:ext>
            </a:extLst>
          </p:cNvPr>
          <p:cNvSpPr/>
          <p:nvPr/>
        </p:nvSpPr>
        <p:spPr>
          <a:xfrm>
            <a:off x="6515100" y="1366756"/>
            <a:ext cx="492111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err="1"/>
              <a:t>TracePass</a:t>
            </a:r>
            <a:r>
              <a:rPr lang="en-US" sz="2000" dirty="0"/>
              <a:t> is a general Digital Product Passport and supply-chain compliance platform. </a:t>
            </a:r>
            <a:endParaRPr lang="en-US" sz="2000" dirty="0" smtClean="0"/>
          </a:p>
          <a:p>
            <a:pPr algn="just"/>
            <a:r>
              <a:rPr lang="en-US" sz="2000" dirty="0" smtClean="0"/>
              <a:t>A </a:t>
            </a:r>
            <a:r>
              <a:rPr lang="en-US" sz="2000" dirty="0"/>
              <a:t>manufacturer builds a product passport with materials, evidence and supply-chain events. </a:t>
            </a:r>
            <a:endParaRPr lang="en-US" sz="2000" dirty="0" smtClean="0"/>
          </a:p>
          <a:p>
            <a:pPr algn="just"/>
            <a:r>
              <a:rPr lang="en-US" sz="2000" dirty="0"/>
              <a:t>B2B procurement between manufacturers and </a:t>
            </a:r>
            <a:r>
              <a:rPr lang="en-US" sz="2000" dirty="0" smtClean="0"/>
              <a:t>suppliers added </a:t>
            </a:r>
            <a:r>
              <a:rPr lang="en-US" sz="2000" dirty="0" smtClean="0"/>
              <a:t>so they make sure authentic raw materials.</a:t>
            </a:r>
          </a:p>
          <a:p>
            <a:pPr algn="just"/>
            <a:r>
              <a:rPr lang="en-US" sz="2000" dirty="0" smtClean="0"/>
              <a:t>An </a:t>
            </a:r>
            <a:r>
              <a:rPr lang="en-US" sz="2000" dirty="0"/>
              <a:t>auditor reviews compliance. </a:t>
            </a:r>
            <a:endParaRPr lang="en-US" sz="2000" dirty="0" smtClean="0"/>
          </a:p>
          <a:p>
            <a:pPr algn="just"/>
            <a:r>
              <a:rPr lang="en-US" sz="2000" dirty="0" smtClean="0"/>
              <a:t>Once </a:t>
            </a:r>
            <a:r>
              <a:rPr lang="en-US" sz="2000" dirty="0"/>
              <a:t>published, anyone can scan a QR code and see a public, verified passport</a:t>
            </a:r>
            <a:r>
              <a:rPr lang="en-US" sz="2000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354909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B49B653-F82D-52DD-3373-EF7CD343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DBF747C-C898-FAC1-A684-D7D009857C24}"/>
              </a:ext>
            </a:extLst>
          </p:cNvPr>
          <p:cNvSpPr/>
          <p:nvPr/>
        </p:nvSpPr>
        <p:spPr>
          <a:xfrm>
            <a:off x="6200775" y="238124"/>
            <a:ext cx="5410200" cy="6372225"/>
          </a:xfrm>
          <a:prstGeom prst="rect">
            <a:avLst/>
          </a:prstGeom>
          <a:solidFill>
            <a:schemeClr val="bg1"/>
          </a:solidFill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B98B2E6-66EB-FA16-6CAA-7328B9409A56}"/>
              </a:ext>
            </a:extLst>
          </p:cNvPr>
          <p:cNvSpPr/>
          <p:nvPr/>
        </p:nvSpPr>
        <p:spPr>
          <a:xfrm>
            <a:off x="771525" y="238124"/>
            <a:ext cx="5410200" cy="637222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n-US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LIFECYCLE</a:t>
            </a:r>
            <a:endParaRPr lang="en-US" sz="4400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18F27E5F-8AB7-C933-B1F5-63F52B4EBC77}"/>
              </a:ext>
            </a:extLst>
          </p:cNvPr>
          <p:cNvSpPr/>
          <p:nvPr/>
        </p:nvSpPr>
        <p:spPr>
          <a:xfrm>
            <a:off x="6286500" y="400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84EEC563-2DED-4416-2C87-31455035FB0C}"/>
              </a:ext>
            </a:extLst>
          </p:cNvPr>
          <p:cNvSpPr/>
          <p:nvPr/>
        </p:nvSpPr>
        <p:spPr>
          <a:xfrm>
            <a:off x="6286500" y="647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E40D0E73-9F08-859E-43E2-25EB19218526}"/>
              </a:ext>
            </a:extLst>
          </p:cNvPr>
          <p:cNvSpPr/>
          <p:nvPr/>
        </p:nvSpPr>
        <p:spPr>
          <a:xfrm>
            <a:off x="6286500" y="895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4DB5A593-0CFB-36F3-F8DA-C3F3A2CFB622}"/>
              </a:ext>
            </a:extLst>
          </p:cNvPr>
          <p:cNvSpPr/>
          <p:nvPr/>
        </p:nvSpPr>
        <p:spPr>
          <a:xfrm>
            <a:off x="6286500" y="1142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AA568633-31CA-A32D-D861-3B1240EC81B6}"/>
              </a:ext>
            </a:extLst>
          </p:cNvPr>
          <p:cNvSpPr/>
          <p:nvPr/>
        </p:nvSpPr>
        <p:spPr>
          <a:xfrm>
            <a:off x="6286500" y="13906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D0946FD7-DEB2-0AEE-D3E7-FAABAC2357AF}"/>
              </a:ext>
            </a:extLst>
          </p:cNvPr>
          <p:cNvSpPr/>
          <p:nvPr/>
        </p:nvSpPr>
        <p:spPr>
          <a:xfrm>
            <a:off x="6286500" y="16382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8D9F2A4B-9D87-7FFE-1886-9FC01DA34065}"/>
              </a:ext>
            </a:extLst>
          </p:cNvPr>
          <p:cNvSpPr/>
          <p:nvPr/>
        </p:nvSpPr>
        <p:spPr>
          <a:xfrm>
            <a:off x="6286500" y="18859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2D1C037B-9232-194A-F63E-D1198BD5BECB}"/>
              </a:ext>
            </a:extLst>
          </p:cNvPr>
          <p:cNvSpPr/>
          <p:nvPr/>
        </p:nvSpPr>
        <p:spPr>
          <a:xfrm>
            <a:off x="6286500" y="21335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97981C1E-3857-DF09-0177-8A06F7B8C93F}"/>
              </a:ext>
            </a:extLst>
          </p:cNvPr>
          <p:cNvSpPr/>
          <p:nvPr/>
        </p:nvSpPr>
        <p:spPr>
          <a:xfrm>
            <a:off x="6286500" y="23812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041C004F-2B07-5BE4-E16D-AFA271378B4F}"/>
              </a:ext>
            </a:extLst>
          </p:cNvPr>
          <p:cNvSpPr/>
          <p:nvPr/>
        </p:nvSpPr>
        <p:spPr>
          <a:xfrm>
            <a:off x="6286500" y="26288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1767DF3F-7FF7-2A4C-6211-20A32CA30D60}"/>
              </a:ext>
            </a:extLst>
          </p:cNvPr>
          <p:cNvSpPr/>
          <p:nvPr/>
        </p:nvSpPr>
        <p:spPr>
          <a:xfrm>
            <a:off x="6286500" y="28765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0989497C-10B7-BD33-02AC-312809AFEA7E}"/>
              </a:ext>
            </a:extLst>
          </p:cNvPr>
          <p:cNvSpPr/>
          <p:nvPr/>
        </p:nvSpPr>
        <p:spPr>
          <a:xfrm>
            <a:off x="6286500" y="31241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EC170CAD-85DD-951C-2E45-44F4B3207F5A}"/>
              </a:ext>
            </a:extLst>
          </p:cNvPr>
          <p:cNvSpPr/>
          <p:nvPr/>
        </p:nvSpPr>
        <p:spPr>
          <a:xfrm>
            <a:off x="6286500" y="33718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6CBFAEB0-427B-C183-269E-B7F22C532425}"/>
              </a:ext>
            </a:extLst>
          </p:cNvPr>
          <p:cNvSpPr/>
          <p:nvPr/>
        </p:nvSpPr>
        <p:spPr>
          <a:xfrm>
            <a:off x="6286500" y="36194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1A865A29-9259-99F5-30D2-7D9D77A07673}"/>
              </a:ext>
            </a:extLst>
          </p:cNvPr>
          <p:cNvSpPr/>
          <p:nvPr/>
        </p:nvSpPr>
        <p:spPr>
          <a:xfrm>
            <a:off x="6286500" y="38671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A9BD25F8-8B1D-B8B7-5509-6B3900E77488}"/>
              </a:ext>
            </a:extLst>
          </p:cNvPr>
          <p:cNvSpPr/>
          <p:nvPr/>
        </p:nvSpPr>
        <p:spPr>
          <a:xfrm>
            <a:off x="6286500" y="41147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8C325336-0110-64E7-17C1-798D8BA62F8F}"/>
              </a:ext>
            </a:extLst>
          </p:cNvPr>
          <p:cNvSpPr/>
          <p:nvPr/>
        </p:nvSpPr>
        <p:spPr>
          <a:xfrm>
            <a:off x="6286500" y="43624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7ED93CA2-6975-2E8B-C7B5-B07148930960}"/>
              </a:ext>
            </a:extLst>
          </p:cNvPr>
          <p:cNvSpPr/>
          <p:nvPr/>
        </p:nvSpPr>
        <p:spPr>
          <a:xfrm>
            <a:off x="6286500" y="46100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6E252A62-4114-2C2C-0938-450CA28947E9}"/>
              </a:ext>
            </a:extLst>
          </p:cNvPr>
          <p:cNvSpPr/>
          <p:nvPr/>
        </p:nvSpPr>
        <p:spPr>
          <a:xfrm>
            <a:off x="6286500" y="48577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15145535-565B-35B3-4181-D04856B0357E}"/>
              </a:ext>
            </a:extLst>
          </p:cNvPr>
          <p:cNvSpPr/>
          <p:nvPr/>
        </p:nvSpPr>
        <p:spPr>
          <a:xfrm>
            <a:off x="6286500" y="51053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677DA24D-DD66-AAFE-2F4E-3D71AA3E6AB0}"/>
              </a:ext>
            </a:extLst>
          </p:cNvPr>
          <p:cNvSpPr/>
          <p:nvPr/>
        </p:nvSpPr>
        <p:spPr>
          <a:xfrm>
            <a:off x="6286500" y="5353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E415858E-4B5C-CDA9-DE2D-B7CBA68C8556}"/>
              </a:ext>
            </a:extLst>
          </p:cNvPr>
          <p:cNvSpPr/>
          <p:nvPr/>
        </p:nvSpPr>
        <p:spPr>
          <a:xfrm>
            <a:off x="6286500" y="5600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167A0A27-6BA4-DD53-F081-83B7B05F0261}"/>
              </a:ext>
            </a:extLst>
          </p:cNvPr>
          <p:cNvSpPr/>
          <p:nvPr/>
        </p:nvSpPr>
        <p:spPr>
          <a:xfrm>
            <a:off x="6286500" y="5848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6299853B-AA90-3849-11F1-1A4C48F71365}"/>
              </a:ext>
            </a:extLst>
          </p:cNvPr>
          <p:cNvSpPr/>
          <p:nvPr/>
        </p:nvSpPr>
        <p:spPr>
          <a:xfrm>
            <a:off x="6286500" y="6095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26C3F351-D61A-FCB1-7694-AF167DCEE280}"/>
              </a:ext>
            </a:extLst>
          </p:cNvPr>
          <p:cNvGrpSpPr/>
          <p:nvPr/>
        </p:nvGrpSpPr>
        <p:grpSpPr>
          <a:xfrm>
            <a:off x="5981700" y="323466"/>
            <a:ext cx="364710" cy="292608"/>
            <a:chOff x="5981700" y="323466"/>
            <a:chExt cx="364710" cy="292608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xmlns="" id="{A6E2D6B3-342D-EB5F-5E19-8537633AB28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xmlns="" id="{36056DEA-49DE-7763-422D-4DBF22C9EF6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xmlns="" id="{4E1C400F-26D6-1823-2C78-C7631F622635}"/>
              </a:ext>
            </a:extLst>
          </p:cNvPr>
          <p:cNvGrpSpPr/>
          <p:nvPr/>
        </p:nvGrpSpPr>
        <p:grpSpPr>
          <a:xfrm>
            <a:off x="5981700" y="561591"/>
            <a:ext cx="364710" cy="292608"/>
            <a:chOff x="5981700" y="323466"/>
            <a:chExt cx="364710" cy="292608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xmlns="" id="{E1A04797-A8C7-E3D9-7170-3A4959849C1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xmlns="" id="{E12EA4D8-8589-F8DD-DE0E-66C2177C97E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xmlns="" id="{A087BCDE-7005-25A4-1860-46331DFEFBA5}"/>
              </a:ext>
            </a:extLst>
          </p:cNvPr>
          <p:cNvGrpSpPr/>
          <p:nvPr/>
        </p:nvGrpSpPr>
        <p:grpSpPr>
          <a:xfrm>
            <a:off x="5981700" y="809241"/>
            <a:ext cx="364710" cy="292608"/>
            <a:chOff x="5981700" y="323466"/>
            <a:chExt cx="364710" cy="292608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xmlns="" id="{3581949D-442F-7524-F99D-5A8088D8E14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xmlns="" id="{02D7B595-29A3-11C1-3614-A3198F94592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xmlns="" id="{FB290B83-0E01-2860-E35D-2FF552994951}"/>
              </a:ext>
            </a:extLst>
          </p:cNvPr>
          <p:cNvGrpSpPr/>
          <p:nvPr/>
        </p:nvGrpSpPr>
        <p:grpSpPr>
          <a:xfrm>
            <a:off x="5981700" y="1066416"/>
            <a:ext cx="364710" cy="292608"/>
            <a:chOff x="5981700" y="323466"/>
            <a:chExt cx="364710" cy="29260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xmlns="" id="{6F929B18-1882-FDE4-813E-6B036209892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xmlns="" id="{982FB3D8-FD66-CA49-64EC-27B30CFD234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xmlns="" id="{7825E36E-56DC-774E-6E7A-31BA18848AA1}"/>
              </a:ext>
            </a:extLst>
          </p:cNvPr>
          <p:cNvGrpSpPr/>
          <p:nvPr/>
        </p:nvGrpSpPr>
        <p:grpSpPr>
          <a:xfrm>
            <a:off x="5981700" y="1304541"/>
            <a:ext cx="364710" cy="292608"/>
            <a:chOff x="5981700" y="323466"/>
            <a:chExt cx="364710" cy="292608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xmlns="" id="{ED86C4D0-421F-E188-D347-FB75A80318D7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xmlns="" id="{7251B93F-50B9-C260-ECEA-5767A372366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xmlns="" id="{C3079399-2A21-14E1-E7E4-E94ED810D168}"/>
              </a:ext>
            </a:extLst>
          </p:cNvPr>
          <p:cNvGrpSpPr/>
          <p:nvPr/>
        </p:nvGrpSpPr>
        <p:grpSpPr>
          <a:xfrm>
            <a:off x="5981700" y="1552191"/>
            <a:ext cx="364710" cy="292608"/>
            <a:chOff x="5981700" y="323466"/>
            <a:chExt cx="364710" cy="29260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xmlns="" id="{7CD11775-2901-2E40-5490-630DC1623B0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Arc 67">
              <a:extLst>
                <a:ext uri="{FF2B5EF4-FFF2-40B4-BE49-F238E27FC236}">
                  <a16:creationId xmlns:a16="http://schemas.microsoft.com/office/drawing/2014/main" xmlns="" id="{5B556831-69E2-8918-5D16-C84DEC61260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xmlns="" id="{5ADEE217-7DF5-3EDB-61BF-AF3C812CBEE6}"/>
              </a:ext>
            </a:extLst>
          </p:cNvPr>
          <p:cNvGrpSpPr/>
          <p:nvPr/>
        </p:nvGrpSpPr>
        <p:grpSpPr>
          <a:xfrm>
            <a:off x="5981700" y="1809366"/>
            <a:ext cx="364710" cy="292608"/>
            <a:chOff x="5981700" y="323466"/>
            <a:chExt cx="364710" cy="292608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xmlns="" id="{841DE28C-2D28-1185-E3B4-C2BB3354E52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Arc 70">
              <a:extLst>
                <a:ext uri="{FF2B5EF4-FFF2-40B4-BE49-F238E27FC236}">
                  <a16:creationId xmlns:a16="http://schemas.microsoft.com/office/drawing/2014/main" xmlns="" id="{FADBB813-4022-6BF4-4302-D581AB1A6C9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xmlns="" id="{9D9C9153-B8FA-38C4-EB67-86B9459BFFE9}"/>
              </a:ext>
            </a:extLst>
          </p:cNvPr>
          <p:cNvGrpSpPr/>
          <p:nvPr/>
        </p:nvGrpSpPr>
        <p:grpSpPr>
          <a:xfrm>
            <a:off x="5981700" y="2057016"/>
            <a:ext cx="364710" cy="292608"/>
            <a:chOff x="5981700" y="323466"/>
            <a:chExt cx="364710" cy="29260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xmlns="" id="{874762A5-21AC-4851-DF9C-A0D7DBFA5AFA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Arc 73">
              <a:extLst>
                <a:ext uri="{FF2B5EF4-FFF2-40B4-BE49-F238E27FC236}">
                  <a16:creationId xmlns:a16="http://schemas.microsoft.com/office/drawing/2014/main" xmlns="" id="{BDBA534A-9F3C-F651-600E-DD503C672D2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xmlns="" id="{79961178-ABE0-C7D2-04FE-9A129BC81ED4}"/>
              </a:ext>
            </a:extLst>
          </p:cNvPr>
          <p:cNvGrpSpPr/>
          <p:nvPr/>
        </p:nvGrpSpPr>
        <p:grpSpPr>
          <a:xfrm>
            <a:off x="5981700" y="2295141"/>
            <a:ext cx="364710" cy="292608"/>
            <a:chOff x="5981700" y="323466"/>
            <a:chExt cx="364710" cy="292608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xmlns="" id="{D8C47778-3FE4-169B-9D62-9C01A7F9594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xmlns="" id="{FDC23D54-870F-5B8A-AB44-E52FAE0875B5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xmlns="" id="{B99FDF76-FB64-197E-90CD-2A6F48DA61F3}"/>
              </a:ext>
            </a:extLst>
          </p:cNvPr>
          <p:cNvGrpSpPr/>
          <p:nvPr/>
        </p:nvGrpSpPr>
        <p:grpSpPr>
          <a:xfrm>
            <a:off x="5981700" y="2552316"/>
            <a:ext cx="364710" cy="292608"/>
            <a:chOff x="5981700" y="323466"/>
            <a:chExt cx="364710" cy="29260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xmlns="" id="{C7D39EC7-8798-33A9-DB8C-D12FB95A963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xmlns="" id="{CA276D5B-D344-FC55-AFBA-FB0F2E0A212D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xmlns="" id="{5B4D2A7E-D5B4-408F-5ACC-A43BFE1E3809}"/>
              </a:ext>
            </a:extLst>
          </p:cNvPr>
          <p:cNvGrpSpPr/>
          <p:nvPr/>
        </p:nvGrpSpPr>
        <p:grpSpPr>
          <a:xfrm>
            <a:off x="5981700" y="2799966"/>
            <a:ext cx="364710" cy="292608"/>
            <a:chOff x="5981700" y="323466"/>
            <a:chExt cx="364710" cy="292608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xmlns="" id="{FA296D8C-160F-84DE-0432-628B589F211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Arc 82">
              <a:extLst>
                <a:ext uri="{FF2B5EF4-FFF2-40B4-BE49-F238E27FC236}">
                  <a16:creationId xmlns:a16="http://schemas.microsoft.com/office/drawing/2014/main" xmlns="" id="{7ACD6CCD-3CFB-52A8-E091-FDDB0E796F5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xmlns="" id="{44FED0D5-3E54-90C0-E3E7-BF526FE9D113}"/>
              </a:ext>
            </a:extLst>
          </p:cNvPr>
          <p:cNvGrpSpPr/>
          <p:nvPr/>
        </p:nvGrpSpPr>
        <p:grpSpPr>
          <a:xfrm>
            <a:off x="5981700" y="3047616"/>
            <a:ext cx="364710" cy="292608"/>
            <a:chOff x="5981700" y="323466"/>
            <a:chExt cx="364710" cy="29260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xmlns="" id="{656B078E-FF03-15AE-74D7-C0ED1C34B55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Arc 85">
              <a:extLst>
                <a:ext uri="{FF2B5EF4-FFF2-40B4-BE49-F238E27FC236}">
                  <a16:creationId xmlns:a16="http://schemas.microsoft.com/office/drawing/2014/main" xmlns="" id="{6B33F721-99DC-4BB8-9E9E-DAF43599FE1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xmlns="" id="{59827D44-4B51-A191-64E5-C84C0624372E}"/>
              </a:ext>
            </a:extLst>
          </p:cNvPr>
          <p:cNvGrpSpPr/>
          <p:nvPr/>
        </p:nvGrpSpPr>
        <p:grpSpPr>
          <a:xfrm>
            <a:off x="5981700" y="3295266"/>
            <a:ext cx="364710" cy="292608"/>
            <a:chOff x="5981700" y="323466"/>
            <a:chExt cx="364710" cy="292608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xmlns="" id="{402C9496-9C16-3C84-DE2A-8792B0D53BA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Arc 88">
              <a:extLst>
                <a:ext uri="{FF2B5EF4-FFF2-40B4-BE49-F238E27FC236}">
                  <a16:creationId xmlns:a16="http://schemas.microsoft.com/office/drawing/2014/main" xmlns="" id="{D4F27B29-B37A-5397-E933-37DF44EFCF3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xmlns="" id="{C31CDB83-6843-FF34-4DD1-308EBFE5E615}"/>
              </a:ext>
            </a:extLst>
          </p:cNvPr>
          <p:cNvGrpSpPr/>
          <p:nvPr/>
        </p:nvGrpSpPr>
        <p:grpSpPr>
          <a:xfrm>
            <a:off x="5981700" y="3542916"/>
            <a:ext cx="364710" cy="292608"/>
            <a:chOff x="5981700" y="323466"/>
            <a:chExt cx="364710" cy="292608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xmlns="" id="{B6601984-7036-87C4-47B4-9F20BE341D87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c 91">
              <a:extLst>
                <a:ext uri="{FF2B5EF4-FFF2-40B4-BE49-F238E27FC236}">
                  <a16:creationId xmlns:a16="http://schemas.microsoft.com/office/drawing/2014/main" xmlns="" id="{985ED055-0FFF-9046-6A6B-2F0B309B0601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xmlns="" id="{2F3C57F8-4743-E9F0-EEB4-1B99AAA02502}"/>
              </a:ext>
            </a:extLst>
          </p:cNvPr>
          <p:cNvGrpSpPr/>
          <p:nvPr/>
        </p:nvGrpSpPr>
        <p:grpSpPr>
          <a:xfrm>
            <a:off x="5981700" y="3800091"/>
            <a:ext cx="364710" cy="292608"/>
            <a:chOff x="5981700" y="323466"/>
            <a:chExt cx="364710" cy="292608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xmlns="" id="{70E875F3-7DD6-842E-3C42-FB718801789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Arc 94">
              <a:extLst>
                <a:ext uri="{FF2B5EF4-FFF2-40B4-BE49-F238E27FC236}">
                  <a16:creationId xmlns:a16="http://schemas.microsoft.com/office/drawing/2014/main" xmlns="" id="{B2F6FB24-FC01-4AF4-9A35-DAA5B1A8563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xmlns="" id="{DDDFC3EA-F7A7-3A43-3D7E-FFBE8CE964FD}"/>
              </a:ext>
            </a:extLst>
          </p:cNvPr>
          <p:cNvGrpSpPr/>
          <p:nvPr/>
        </p:nvGrpSpPr>
        <p:grpSpPr>
          <a:xfrm>
            <a:off x="5981700" y="4038216"/>
            <a:ext cx="364710" cy="292608"/>
            <a:chOff x="5981700" y="323466"/>
            <a:chExt cx="364710" cy="292608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xmlns="" id="{5F25F946-F5CC-34FA-0E42-EA8C2624FCE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c 97">
              <a:extLst>
                <a:ext uri="{FF2B5EF4-FFF2-40B4-BE49-F238E27FC236}">
                  <a16:creationId xmlns:a16="http://schemas.microsoft.com/office/drawing/2014/main" xmlns="" id="{B792FC13-D3FC-7671-B724-A8CF4B9A39B4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xmlns="" id="{2DB2C038-DEFE-204E-30FC-790636ED570C}"/>
              </a:ext>
            </a:extLst>
          </p:cNvPr>
          <p:cNvGrpSpPr/>
          <p:nvPr/>
        </p:nvGrpSpPr>
        <p:grpSpPr>
          <a:xfrm>
            <a:off x="5981700" y="4285866"/>
            <a:ext cx="364710" cy="292608"/>
            <a:chOff x="5981700" y="323466"/>
            <a:chExt cx="364710" cy="292608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xmlns="" id="{45093590-8764-D5E6-8110-FD1D24889D7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Arc 100">
              <a:extLst>
                <a:ext uri="{FF2B5EF4-FFF2-40B4-BE49-F238E27FC236}">
                  <a16:creationId xmlns:a16="http://schemas.microsoft.com/office/drawing/2014/main" xmlns="" id="{770478F6-8E18-6FE2-B3C4-489000AC256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xmlns="" id="{BB5E874B-F6C3-FA86-2883-E06C0B907345}"/>
              </a:ext>
            </a:extLst>
          </p:cNvPr>
          <p:cNvGrpSpPr/>
          <p:nvPr/>
        </p:nvGrpSpPr>
        <p:grpSpPr>
          <a:xfrm>
            <a:off x="5981700" y="4523991"/>
            <a:ext cx="364710" cy="292608"/>
            <a:chOff x="5981700" y="323466"/>
            <a:chExt cx="364710" cy="292608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xmlns="" id="{ADCBCFB9-1DE9-6BCF-CAFB-A3A5E3E3BDC3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xmlns="" id="{06897284-51F0-34BA-B35F-D0DFBB95FC6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xmlns="" id="{C96F0D64-C1BF-B3A8-A519-7E4CF06FFDC7}"/>
              </a:ext>
            </a:extLst>
          </p:cNvPr>
          <p:cNvGrpSpPr/>
          <p:nvPr/>
        </p:nvGrpSpPr>
        <p:grpSpPr>
          <a:xfrm>
            <a:off x="5981700" y="4771641"/>
            <a:ext cx="364710" cy="292608"/>
            <a:chOff x="5981700" y="323466"/>
            <a:chExt cx="364710" cy="292608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xmlns="" id="{1346C700-051D-1F0B-ADAE-0132A316A7D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>
              <a:extLst>
                <a:ext uri="{FF2B5EF4-FFF2-40B4-BE49-F238E27FC236}">
                  <a16:creationId xmlns:a16="http://schemas.microsoft.com/office/drawing/2014/main" xmlns="" id="{BA5E0980-7A99-E9E0-4B91-E38555423E5B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xmlns="" id="{D6790D83-0F90-0346-D1FD-D5C3602DFFF6}"/>
              </a:ext>
            </a:extLst>
          </p:cNvPr>
          <p:cNvGrpSpPr/>
          <p:nvPr/>
        </p:nvGrpSpPr>
        <p:grpSpPr>
          <a:xfrm>
            <a:off x="5981700" y="5028816"/>
            <a:ext cx="364710" cy="292608"/>
            <a:chOff x="5981700" y="323466"/>
            <a:chExt cx="364710" cy="292608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xmlns="" id="{CE118234-AB4B-3CE4-8627-D437C8F1293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:a16="http://schemas.microsoft.com/office/drawing/2014/main" xmlns="" id="{24A6161C-A3EC-CB70-28BF-1AA5907F656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xmlns="" id="{F8BE1461-AE7E-40C6-28C5-62341855537E}"/>
              </a:ext>
            </a:extLst>
          </p:cNvPr>
          <p:cNvGrpSpPr/>
          <p:nvPr/>
        </p:nvGrpSpPr>
        <p:grpSpPr>
          <a:xfrm>
            <a:off x="5981700" y="5266941"/>
            <a:ext cx="364710" cy="292608"/>
            <a:chOff x="5981700" y="323466"/>
            <a:chExt cx="364710" cy="292608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xmlns="" id="{3D6C0D0C-1737-4ACF-DF05-40AB4B99799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Arc 112">
              <a:extLst>
                <a:ext uri="{FF2B5EF4-FFF2-40B4-BE49-F238E27FC236}">
                  <a16:creationId xmlns:a16="http://schemas.microsoft.com/office/drawing/2014/main" xmlns="" id="{C80C098A-9223-34F9-FB12-0ACBBD0C19A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xmlns="" id="{697EE20F-3D0A-E159-F8D9-0EC0D2AF7155}"/>
              </a:ext>
            </a:extLst>
          </p:cNvPr>
          <p:cNvGrpSpPr/>
          <p:nvPr/>
        </p:nvGrpSpPr>
        <p:grpSpPr>
          <a:xfrm>
            <a:off x="5981700" y="5524116"/>
            <a:ext cx="364710" cy="292608"/>
            <a:chOff x="5981700" y="323466"/>
            <a:chExt cx="364710" cy="29260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xmlns="" id="{4E528A35-0A92-6308-0EDC-AA6D20AA61B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Arc 115">
              <a:extLst>
                <a:ext uri="{FF2B5EF4-FFF2-40B4-BE49-F238E27FC236}">
                  <a16:creationId xmlns:a16="http://schemas.microsoft.com/office/drawing/2014/main" xmlns="" id="{39483389-2D87-DE50-A684-495349A8AE67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xmlns="" id="{786BE2FE-EF0F-688F-5B2C-6EF38976E83B}"/>
              </a:ext>
            </a:extLst>
          </p:cNvPr>
          <p:cNvGrpSpPr/>
          <p:nvPr/>
        </p:nvGrpSpPr>
        <p:grpSpPr>
          <a:xfrm>
            <a:off x="5991225" y="5771766"/>
            <a:ext cx="364710" cy="292608"/>
            <a:chOff x="5981700" y="323466"/>
            <a:chExt cx="364710" cy="292608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xmlns="" id="{A0C35F16-1AB8-1BF9-41DE-1B715E0D36D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Arc 118">
              <a:extLst>
                <a:ext uri="{FF2B5EF4-FFF2-40B4-BE49-F238E27FC236}">
                  <a16:creationId xmlns:a16="http://schemas.microsoft.com/office/drawing/2014/main" xmlns="" id="{C0154793-588A-3EFA-F58E-FF511C68E63E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xmlns="" id="{511A915E-B563-6A18-4902-C0442601AD96}"/>
              </a:ext>
            </a:extLst>
          </p:cNvPr>
          <p:cNvGrpSpPr/>
          <p:nvPr/>
        </p:nvGrpSpPr>
        <p:grpSpPr>
          <a:xfrm>
            <a:off x="5981700" y="6028941"/>
            <a:ext cx="364710" cy="292608"/>
            <a:chOff x="5981700" y="323466"/>
            <a:chExt cx="364710" cy="292608"/>
          </a:xfrm>
        </p:grpSpPr>
        <p:sp>
          <p:nvSpPr>
            <p:cNvPr id="121" name="Oval 120">
              <a:extLst>
                <a:ext uri="{FF2B5EF4-FFF2-40B4-BE49-F238E27FC236}">
                  <a16:creationId xmlns:a16="http://schemas.microsoft.com/office/drawing/2014/main" xmlns="" id="{109142E7-2B8E-19B5-6124-89973384D7E5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:a16="http://schemas.microsoft.com/office/drawing/2014/main" xmlns="" id="{AAE5814C-3B3B-8D93-EE2B-CB751AFBF13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404199" y="459591"/>
            <a:ext cx="5190393" cy="5336875"/>
            <a:chOff x="6404199" y="459591"/>
            <a:chExt cx="5190393" cy="5336875"/>
          </a:xfrm>
        </p:grpSpPr>
        <p:pic>
          <p:nvPicPr>
            <p:cNvPr id="32" name="Picture 31"/>
            <p:cNvPicPr>
              <a:picLocks noChangeAspect="1"/>
            </p:cNvPicPr>
            <p:nvPr/>
          </p:nvPicPr>
          <p:blipFill rotWithShape="1">
            <a:blip r:embed="rId2"/>
            <a:srcRect t="32215" r="50685" b="37318"/>
            <a:stretch/>
          </p:blipFill>
          <p:spPr>
            <a:xfrm>
              <a:off x="6404199" y="459591"/>
              <a:ext cx="4969231" cy="2275115"/>
            </a:xfrm>
            <a:prstGeom prst="rect">
              <a:avLst/>
            </a:prstGeom>
          </p:spPr>
        </p:pic>
        <p:pic>
          <p:nvPicPr>
            <p:cNvPr id="124" name="Picture 123"/>
            <p:cNvPicPr>
              <a:picLocks noChangeAspect="1"/>
            </p:cNvPicPr>
            <p:nvPr/>
          </p:nvPicPr>
          <p:blipFill rotWithShape="1">
            <a:blip r:embed="rId2"/>
            <a:srcRect l="51272" t="32215" b="37318"/>
            <a:stretch/>
          </p:blipFill>
          <p:spPr>
            <a:xfrm>
              <a:off x="6629400" y="3537472"/>
              <a:ext cx="4965192" cy="2258994"/>
            </a:xfrm>
            <a:prstGeom prst="rect">
              <a:avLst/>
            </a:prstGeom>
          </p:spPr>
        </p:pic>
        <p:pic>
          <p:nvPicPr>
            <p:cNvPr id="125" name="Picture 124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5400000">
              <a:off x="10635342" y="2412864"/>
              <a:ext cx="239487" cy="511629"/>
            </a:xfrm>
            <a:prstGeom prst="rect">
              <a:avLst/>
            </a:prstGeom>
          </p:spPr>
        </p:pic>
        <p:pic>
          <p:nvPicPr>
            <p:cNvPr id="126" name="Picture 125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5400000">
              <a:off x="10635342" y="2695321"/>
              <a:ext cx="239487" cy="511629"/>
            </a:xfrm>
            <a:prstGeom prst="rect">
              <a:avLst/>
            </a:prstGeom>
          </p:spPr>
        </p:pic>
        <p:pic>
          <p:nvPicPr>
            <p:cNvPr id="127" name="Picture 126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5400000">
              <a:off x="7347860" y="3369666"/>
              <a:ext cx="239487" cy="511629"/>
            </a:xfrm>
            <a:prstGeom prst="rect">
              <a:avLst/>
            </a:prstGeom>
          </p:spPr>
        </p:pic>
        <p:pic>
          <p:nvPicPr>
            <p:cNvPr id="128" name="Picture 127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10403342" y="2879232"/>
              <a:ext cx="239487" cy="511629"/>
            </a:xfrm>
            <a:prstGeom prst="rect">
              <a:avLst/>
            </a:prstGeom>
          </p:spPr>
        </p:pic>
        <p:pic>
          <p:nvPicPr>
            <p:cNvPr id="129" name="Picture 128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10159096" y="2879232"/>
              <a:ext cx="239487" cy="511629"/>
            </a:xfrm>
            <a:prstGeom prst="rect">
              <a:avLst/>
            </a:prstGeom>
          </p:spPr>
        </p:pic>
        <p:pic>
          <p:nvPicPr>
            <p:cNvPr id="130" name="Picture 129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9914850" y="2879232"/>
              <a:ext cx="239487" cy="511629"/>
            </a:xfrm>
            <a:prstGeom prst="rect">
              <a:avLst/>
            </a:prstGeom>
          </p:spPr>
        </p:pic>
        <p:pic>
          <p:nvPicPr>
            <p:cNvPr id="131" name="Picture 130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9670604" y="2879232"/>
              <a:ext cx="239487" cy="511629"/>
            </a:xfrm>
            <a:prstGeom prst="rect">
              <a:avLst/>
            </a:prstGeom>
          </p:spPr>
        </p:pic>
        <p:pic>
          <p:nvPicPr>
            <p:cNvPr id="132" name="Picture 131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9426358" y="2879232"/>
              <a:ext cx="239487" cy="511629"/>
            </a:xfrm>
            <a:prstGeom prst="rect">
              <a:avLst/>
            </a:prstGeom>
          </p:spPr>
        </p:pic>
        <p:pic>
          <p:nvPicPr>
            <p:cNvPr id="133" name="Picture 132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9182112" y="2879231"/>
              <a:ext cx="239487" cy="511629"/>
            </a:xfrm>
            <a:prstGeom prst="rect">
              <a:avLst/>
            </a:prstGeom>
          </p:spPr>
        </p:pic>
        <p:pic>
          <p:nvPicPr>
            <p:cNvPr id="134" name="Picture 133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8937866" y="2879231"/>
              <a:ext cx="239487" cy="511629"/>
            </a:xfrm>
            <a:prstGeom prst="rect">
              <a:avLst/>
            </a:prstGeom>
          </p:spPr>
        </p:pic>
        <p:pic>
          <p:nvPicPr>
            <p:cNvPr id="135" name="Picture 134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8693620" y="2879231"/>
              <a:ext cx="239487" cy="511629"/>
            </a:xfrm>
            <a:prstGeom prst="rect">
              <a:avLst/>
            </a:prstGeom>
          </p:spPr>
        </p:pic>
        <p:pic>
          <p:nvPicPr>
            <p:cNvPr id="136" name="Picture 135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8449374" y="2879231"/>
              <a:ext cx="239487" cy="511629"/>
            </a:xfrm>
            <a:prstGeom prst="rect">
              <a:avLst/>
            </a:prstGeom>
          </p:spPr>
        </p:pic>
        <p:pic>
          <p:nvPicPr>
            <p:cNvPr id="137" name="Picture 136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8205128" y="2879231"/>
              <a:ext cx="239487" cy="511629"/>
            </a:xfrm>
            <a:prstGeom prst="rect">
              <a:avLst/>
            </a:prstGeom>
          </p:spPr>
        </p:pic>
        <p:pic>
          <p:nvPicPr>
            <p:cNvPr id="138" name="Picture 137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7960882" y="2879231"/>
              <a:ext cx="239487" cy="511629"/>
            </a:xfrm>
            <a:prstGeom prst="rect">
              <a:avLst/>
            </a:prstGeom>
          </p:spPr>
        </p:pic>
        <p:pic>
          <p:nvPicPr>
            <p:cNvPr id="139" name="Picture 138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7716636" y="2879231"/>
              <a:ext cx="239487" cy="511629"/>
            </a:xfrm>
            <a:prstGeom prst="rect">
              <a:avLst/>
            </a:prstGeom>
          </p:spPr>
        </p:pic>
        <p:pic>
          <p:nvPicPr>
            <p:cNvPr id="140" name="Picture 139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10800000">
              <a:off x="7472390" y="2879231"/>
              <a:ext cx="239487" cy="511629"/>
            </a:xfrm>
            <a:prstGeom prst="rect">
              <a:avLst/>
            </a:prstGeom>
          </p:spPr>
        </p:pic>
        <p:pic>
          <p:nvPicPr>
            <p:cNvPr id="143" name="Picture 142"/>
            <p:cNvPicPr>
              <a:picLocks noChangeAspect="1"/>
            </p:cNvPicPr>
            <p:nvPr/>
          </p:nvPicPr>
          <p:blipFill rotWithShape="1">
            <a:blip r:embed="rId2"/>
            <a:srcRect l="16898" t="43849" r="80725" b="49299"/>
            <a:stretch/>
          </p:blipFill>
          <p:spPr>
            <a:xfrm rot="5400000">
              <a:off x="7347857" y="3108403"/>
              <a:ext cx="239487" cy="5116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0820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1C4FD09-55E3-2B1B-897E-1F9BF272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034BA31-4C57-9BDA-04C5-8FC13B21BF04}"/>
              </a:ext>
            </a:extLst>
          </p:cNvPr>
          <p:cNvSpPr/>
          <p:nvPr/>
        </p:nvSpPr>
        <p:spPr>
          <a:xfrm>
            <a:off x="6200775" y="238124"/>
            <a:ext cx="5410200" cy="6372225"/>
          </a:xfrm>
          <a:prstGeom prst="rect">
            <a:avLst/>
          </a:prstGeom>
          <a:solidFill>
            <a:schemeClr val="bg1"/>
          </a:solidFill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26F619E-C2F5-A764-7A5A-E740D3764F94}"/>
              </a:ext>
            </a:extLst>
          </p:cNvPr>
          <p:cNvSpPr/>
          <p:nvPr/>
        </p:nvSpPr>
        <p:spPr>
          <a:xfrm>
            <a:off x="771525" y="238124"/>
            <a:ext cx="5410200" cy="637222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n-US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Tech List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63652264-4E8B-48A9-C360-C02C3660C32D}"/>
              </a:ext>
            </a:extLst>
          </p:cNvPr>
          <p:cNvSpPr/>
          <p:nvPr/>
        </p:nvSpPr>
        <p:spPr>
          <a:xfrm>
            <a:off x="6286500" y="400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94A79690-2C7C-FEC2-2B4B-F5D0C6E2B06B}"/>
              </a:ext>
            </a:extLst>
          </p:cNvPr>
          <p:cNvSpPr/>
          <p:nvPr/>
        </p:nvSpPr>
        <p:spPr>
          <a:xfrm>
            <a:off x="6286500" y="647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F183C3CB-BD1C-4789-0643-1F50E0C687BE}"/>
              </a:ext>
            </a:extLst>
          </p:cNvPr>
          <p:cNvSpPr/>
          <p:nvPr/>
        </p:nvSpPr>
        <p:spPr>
          <a:xfrm>
            <a:off x="6286500" y="895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852695AE-B9E1-CA35-383A-5061DECC336D}"/>
              </a:ext>
            </a:extLst>
          </p:cNvPr>
          <p:cNvSpPr/>
          <p:nvPr/>
        </p:nvSpPr>
        <p:spPr>
          <a:xfrm>
            <a:off x="6286500" y="1142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AC8B7149-0844-B850-391A-8060B3392CC6}"/>
              </a:ext>
            </a:extLst>
          </p:cNvPr>
          <p:cNvSpPr/>
          <p:nvPr/>
        </p:nvSpPr>
        <p:spPr>
          <a:xfrm>
            <a:off x="6286500" y="13906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0D333270-CC5E-7DF6-1A02-659ABE822FF5}"/>
              </a:ext>
            </a:extLst>
          </p:cNvPr>
          <p:cNvSpPr/>
          <p:nvPr/>
        </p:nvSpPr>
        <p:spPr>
          <a:xfrm>
            <a:off x="6286500" y="16382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79654E69-BC73-6E52-DC33-651392E0526D}"/>
              </a:ext>
            </a:extLst>
          </p:cNvPr>
          <p:cNvSpPr/>
          <p:nvPr/>
        </p:nvSpPr>
        <p:spPr>
          <a:xfrm>
            <a:off x="6286500" y="18859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E4CFDB43-57A3-3026-29E9-D60F416B0F09}"/>
              </a:ext>
            </a:extLst>
          </p:cNvPr>
          <p:cNvSpPr/>
          <p:nvPr/>
        </p:nvSpPr>
        <p:spPr>
          <a:xfrm>
            <a:off x="6286500" y="21335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F309C4C6-BB4D-8939-A2FC-02DC29CFCC6D}"/>
              </a:ext>
            </a:extLst>
          </p:cNvPr>
          <p:cNvSpPr/>
          <p:nvPr/>
        </p:nvSpPr>
        <p:spPr>
          <a:xfrm>
            <a:off x="6286500" y="23812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042F644C-7941-9F1F-CD17-58A102B9F051}"/>
              </a:ext>
            </a:extLst>
          </p:cNvPr>
          <p:cNvSpPr/>
          <p:nvPr/>
        </p:nvSpPr>
        <p:spPr>
          <a:xfrm>
            <a:off x="6286500" y="26288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9FE90EDA-798E-4116-2E6D-F9F24F96F337}"/>
              </a:ext>
            </a:extLst>
          </p:cNvPr>
          <p:cNvSpPr/>
          <p:nvPr/>
        </p:nvSpPr>
        <p:spPr>
          <a:xfrm>
            <a:off x="6286500" y="28765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01176BBF-01DD-C6ED-B967-EB1DB7DB2F69}"/>
              </a:ext>
            </a:extLst>
          </p:cNvPr>
          <p:cNvSpPr/>
          <p:nvPr/>
        </p:nvSpPr>
        <p:spPr>
          <a:xfrm>
            <a:off x="6286500" y="31241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9F9C5F9C-2EEA-6014-F551-FCFA8EE56021}"/>
              </a:ext>
            </a:extLst>
          </p:cNvPr>
          <p:cNvSpPr/>
          <p:nvPr/>
        </p:nvSpPr>
        <p:spPr>
          <a:xfrm>
            <a:off x="6286500" y="33718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3C7AD85C-644E-0A9B-6CFE-2B4A8C85E76B}"/>
              </a:ext>
            </a:extLst>
          </p:cNvPr>
          <p:cNvSpPr/>
          <p:nvPr/>
        </p:nvSpPr>
        <p:spPr>
          <a:xfrm>
            <a:off x="6286500" y="36194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0380C106-105A-1A96-0199-94FE8B539591}"/>
              </a:ext>
            </a:extLst>
          </p:cNvPr>
          <p:cNvSpPr/>
          <p:nvPr/>
        </p:nvSpPr>
        <p:spPr>
          <a:xfrm>
            <a:off x="6286500" y="38671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89A7FBE2-CFD6-1AB1-A77D-4A327850C6BD}"/>
              </a:ext>
            </a:extLst>
          </p:cNvPr>
          <p:cNvSpPr/>
          <p:nvPr/>
        </p:nvSpPr>
        <p:spPr>
          <a:xfrm>
            <a:off x="6286500" y="41147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3121677A-1631-1324-1E55-D68B3900D565}"/>
              </a:ext>
            </a:extLst>
          </p:cNvPr>
          <p:cNvSpPr/>
          <p:nvPr/>
        </p:nvSpPr>
        <p:spPr>
          <a:xfrm>
            <a:off x="6286500" y="43624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64D42A8C-6C17-5515-7C30-72FA44A1C982}"/>
              </a:ext>
            </a:extLst>
          </p:cNvPr>
          <p:cNvSpPr/>
          <p:nvPr/>
        </p:nvSpPr>
        <p:spPr>
          <a:xfrm>
            <a:off x="6286500" y="46100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7475C0C7-3651-5314-3F48-173B78AB0BFB}"/>
              </a:ext>
            </a:extLst>
          </p:cNvPr>
          <p:cNvSpPr/>
          <p:nvPr/>
        </p:nvSpPr>
        <p:spPr>
          <a:xfrm>
            <a:off x="6286500" y="48577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9EC0B432-CB23-DBAF-B917-7ABB9CFA1904}"/>
              </a:ext>
            </a:extLst>
          </p:cNvPr>
          <p:cNvSpPr/>
          <p:nvPr/>
        </p:nvSpPr>
        <p:spPr>
          <a:xfrm>
            <a:off x="6286500" y="51053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CD6371DF-A7E5-1434-5000-FF50454FDD3B}"/>
              </a:ext>
            </a:extLst>
          </p:cNvPr>
          <p:cNvSpPr/>
          <p:nvPr/>
        </p:nvSpPr>
        <p:spPr>
          <a:xfrm>
            <a:off x="6286500" y="5353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1F08106B-D501-EC7F-FD6E-9F53DD6567B9}"/>
              </a:ext>
            </a:extLst>
          </p:cNvPr>
          <p:cNvSpPr/>
          <p:nvPr/>
        </p:nvSpPr>
        <p:spPr>
          <a:xfrm>
            <a:off x="6286500" y="5600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58CD1136-8D51-C029-89F6-934EB793CA76}"/>
              </a:ext>
            </a:extLst>
          </p:cNvPr>
          <p:cNvSpPr/>
          <p:nvPr/>
        </p:nvSpPr>
        <p:spPr>
          <a:xfrm>
            <a:off x="6286500" y="5848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50E918C1-C147-CDF9-9A0B-C41B1B1BDC16}"/>
              </a:ext>
            </a:extLst>
          </p:cNvPr>
          <p:cNvSpPr/>
          <p:nvPr/>
        </p:nvSpPr>
        <p:spPr>
          <a:xfrm>
            <a:off x="6286500" y="6095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928405A0-4A61-8733-B126-4D81DAAC8909}"/>
              </a:ext>
            </a:extLst>
          </p:cNvPr>
          <p:cNvGrpSpPr/>
          <p:nvPr/>
        </p:nvGrpSpPr>
        <p:grpSpPr>
          <a:xfrm>
            <a:off x="5981700" y="323466"/>
            <a:ext cx="364710" cy="292608"/>
            <a:chOff x="5981700" y="323466"/>
            <a:chExt cx="364710" cy="292608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xmlns="" id="{13AFC585-BA57-5F31-158D-6005C04FEA8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xmlns="" id="{6ABDBE3E-C36D-8AB3-7845-745EE50517F1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xmlns="" id="{BE4556B3-F34C-FF2C-77C6-6D471C09D64C}"/>
              </a:ext>
            </a:extLst>
          </p:cNvPr>
          <p:cNvGrpSpPr/>
          <p:nvPr/>
        </p:nvGrpSpPr>
        <p:grpSpPr>
          <a:xfrm>
            <a:off x="5981700" y="561591"/>
            <a:ext cx="364710" cy="292608"/>
            <a:chOff x="5981700" y="323466"/>
            <a:chExt cx="364710" cy="292608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xmlns="" id="{328F7FC3-44ED-BDFD-31EC-54198BE5A58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xmlns="" id="{691957E7-B542-3D6C-AA1A-4C3661572B27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xmlns="" id="{34942098-76A7-B3A3-5DB3-D8162AD3F68D}"/>
              </a:ext>
            </a:extLst>
          </p:cNvPr>
          <p:cNvGrpSpPr/>
          <p:nvPr/>
        </p:nvGrpSpPr>
        <p:grpSpPr>
          <a:xfrm>
            <a:off x="5981700" y="809241"/>
            <a:ext cx="364710" cy="292608"/>
            <a:chOff x="5981700" y="323466"/>
            <a:chExt cx="364710" cy="292608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xmlns="" id="{ADA0F6B4-0FE9-8946-CD31-44C147BDFAA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xmlns="" id="{E209963C-964F-F2C3-6448-EDCC319111C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xmlns="" id="{92FBB5C7-CE3A-82A2-B96C-D00957855705}"/>
              </a:ext>
            </a:extLst>
          </p:cNvPr>
          <p:cNvGrpSpPr/>
          <p:nvPr/>
        </p:nvGrpSpPr>
        <p:grpSpPr>
          <a:xfrm>
            <a:off x="5981700" y="1066416"/>
            <a:ext cx="364710" cy="292608"/>
            <a:chOff x="5981700" y="323466"/>
            <a:chExt cx="364710" cy="29260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xmlns="" id="{C2090BBD-0FD7-73D4-768D-B3EACE87901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xmlns="" id="{49BBA01A-FD23-189D-7879-A24960489055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xmlns="" id="{F1BBA567-B812-1158-B0D9-8585557A065F}"/>
              </a:ext>
            </a:extLst>
          </p:cNvPr>
          <p:cNvGrpSpPr/>
          <p:nvPr/>
        </p:nvGrpSpPr>
        <p:grpSpPr>
          <a:xfrm>
            <a:off x="5981700" y="1304541"/>
            <a:ext cx="364710" cy="292608"/>
            <a:chOff x="5981700" y="323466"/>
            <a:chExt cx="364710" cy="292608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xmlns="" id="{69954438-FCF4-7EDB-B481-3A5CD3540B9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xmlns="" id="{0539A26F-8931-1226-DADD-F1FA6E3A46C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xmlns="" id="{C5CA0963-798D-1A46-720B-8E62281FCB2B}"/>
              </a:ext>
            </a:extLst>
          </p:cNvPr>
          <p:cNvGrpSpPr/>
          <p:nvPr/>
        </p:nvGrpSpPr>
        <p:grpSpPr>
          <a:xfrm>
            <a:off x="5981700" y="1552191"/>
            <a:ext cx="364710" cy="292608"/>
            <a:chOff x="5981700" y="323466"/>
            <a:chExt cx="364710" cy="29260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xmlns="" id="{238F6E5E-CA7D-90C5-F3DE-CEA09207509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Arc 67">
              <a:extLst>
                <a:ext uri="{FF2B5EF4-FFF2-40B4-BE49-F238E27FC236}">
                  <a16:creationId xmlns:a16="http://schemas.microsoft.com/office/drawing/2014/main" xmlns="" id="{4EDC6FAD-D9B6-F4CE-7409-08C269011CC8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xmlns="" id="{97D732E3-F499-0C3F-BE88-8A3C727562BA}"/>
              </a:ext>
            </a:extLst>
          </p:cNvPr>
          <p:cNvGrpSpPr/>
          <p:nvPr/>
        </p:nvGrpSpPr>
        <p:grpSpPr>
          <a:xfrm>
            <a:off x="5981700" y="1809366"/>
            <a:ext cx="364710" cy="292608"/>
            <a:chOff x="5981700" y="323466"/>
            <a:chExt cx="364710" cy="292608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xmlns="" id="{1BB77D40-207D-28FD-CBB8-13B1251FBCE3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Arc 70">
              <a:extLst>
                <a:ext uri="{FF2B5EF4-FFF2-40B4-BE49-F238E27FC236}">
                  <a16:creationId xmlns:a16="http://schemas.microsoft.com/office/drawing/2014/main" xmlns="" id="{98CED01A-8366-93D8-2562-CDF27F4E564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xmlns="" id="{8ACD396F-9CBB-E28A-C3C7-9FFF82E7D986}"/>
              </a:ext>
            </a:extLst>
          </p:cNvPr>
          <p:cNvGrpSpPr/>
          <p:nvPr/>
        </p:nvGrpSpPr>
        <p:grpSpPr>
          <a:xfrm>
            <a:off x="5981700" y="2057016"/>
            <a:ext cx="364710" cy="292608"/>
            <a:chOff x="5981700" y="323466"/>
            <a:chExt cx="364710" cy="29260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xmlns="" id="{79F5ABF2-6AF6-5851-71FF-385EC321673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Arc 73">
              <a:extLst>
                <a:ext uri="{FF2B5EF4-FFF2-40B4-BE49-F238E27FC236}">
                  <a16:creationId xmlns:a16="http://schemas.microsoft.com/office/drawing/2014/main" xmlns="" id="{59B2770C-AEBD-5B7B-0CAD-D69C9BFB020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xmlns="" id="{8E67EC40-2CEA-15BB-679E-82A155506382}"/>
              </a:ext>
            </a:extLst>
          </p:cNvPr>
          <p:cNvGrpSpPr/>
          <p:nvPr/>
        </p:nvGrpSpPr>
        <p:grpSpPr>
          <a:xfrm>
            <a:off x="5981700" y="2295141"/>
            <a:ext cx="364710" cy="292608"/>
            <a:chOff x="5981700" y="323466"/>
            <a:chExt cx="364710" cy="292608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xmlns="" id="{BEE67072-39B0-0D8C-3764-DF739D4EF89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xmlns="" id="{1036E0E8-91A2-459D-62BA-7E55B36EA4A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xmlns="" id="{E7A8FC93-89F4-B3FF-B2A0-EB92EE14302F}"/>
              </a:ext>
            </a:extLst>
          </p:cNvPr>
          <p:cNvGrpSpPr/>
          <p:nvPr/>
        </p:nvGrpSpPr>
        <p:grpSpPr>
          <a:xfrm>
            <a:off x="5981700" y="2552316"/>
            <a:ext cx="364710" cy="292608"/>
            <a:chOff x="5981700" y="323466"/>
            <a:chExt cx="364710" cy="29260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xmlns="" id="{0B288602-214C-9797-F12B-433D63A94C97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xmlns="" id="{B2237529-DFC9-A1B7-9CFA-D339940826F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xmlns="" id="{56E08E4B-3F15-3DA7-6141-7E97655DD396}"/>
              </a:ext>
            </a:extLst>
          </p:cNvPr>
          <p:cNvGrpSpPr/>
          <p:nvPr/>
        </p:nvGrpSpPr>
        <p:grpSpPr>
          <a:xfrm>
            <a:off x="5981700" y="2799966"/>
            <a:ext cx="364710" cy="292608"/>
            <a:chOff x="5981700" y="323466"/>
            <a:chExt cx="364710" cy="292608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xmlns="" id="{BF631934-7110-7F5E-79A0-378CB41A08C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Arc 82">
              <a:extLst>
                <a:ext uri="{FF2B5EF4-FFF2-40B4-BE49-F238E27FC236}">
                  <a16:creationId xmlns:a16="http://schemas.microsoft.com/office/drawing/2014/main" xmlns="" id="{0439DB39-7B53-36D4-BDF5-71DB13657FD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xmlns="" id="{BD99BE67-16D7-6B0C-6E7E-F8B4B7BD2317}"/>
              </a:ext>
            </a:extLst>
          </p:cNvPr>
          <p:cNvGrpSpPr/>
          <p:nvPr/>
        </p:nvGrpSpPr>
        <p:grpSpPr>
          <a:xfrm>
            <a:off x="5981700" y="3047616"/>
            <a:ext cx="364710" cy="292608"/>
            <a:chOff x="5981700" y="323466"/>
            <a:chExt cx="364710" cy="29260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xmlns="" id="{370A9636-2147-18A8-A452-5C474F2755F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Arc 85">
              <a:extLst>
                <a:ext uri="{FF2B5EF4-FFF2-40B4-BE49-F238E27FC236}">
                  <a16:creationId xmlns:a16="http://schemas.microsoft.com/office/drawing/2014/main" xmlns="" id="{CF37D023-EFBC-7B83-E01F-14E578B5E41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xmlns="" id="{18D76EDD-67EC-1706-7541-E0B361B9EE01}"/>
              </a:ext>
            </a:extLst>
          </p:cNvPr>
          <p:cNvGrpSpPr/>
          <p:nvPr/>
        </p:nvGrpSpPr>
        <p:grpSpPr>
          <a:xfrm>
            <a:off x="5981700" y="3295266"/>
            <a:ext cx="364710" cy="292608"/>
            <a:chOff x="5981700" y="323466"/>
            <a:chExt cx="364710" cy="292608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xmlns="" id="{EBF7F9D4-4385-3396-B1F8-92B45C3EE23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Arc 88">
              <a:extLst>
                <a:ext uri="{FF2B5EF4-FFF2-40B4-BE49-F238E27FC236}">
                  <a16:creationId xmlns:a16="http://schemas.microsoft.com/office/drawing/2014/main" xmlns="" id="{344DEE6C-BE03-A502-C8EB-06880E1AFF7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xmlns="" id="{805A620C-3AE2-255F-D0AD-7BCE318B0261}"/>
              </a:ext>
            </a:extLst>
          </p:cNvPr>
          <p:cNvGrpSpPr/>
          <p:nvPr/>
        </p:nvGrpSpPr>
        <p:grpSpPr>
          <a:xfrm>
            <a:off x="5981700" y="3542916"/>
            <a:ext cx="364710" cy="292608"/>
            <a:chOff x="5981700" y="323466"/>
            <a:chExt cx="364710" cy="292608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xmlns="" id="{C8C812B5-07D8-854F-C972-D8CEBC6A35B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c 91">
              <a:extLst>
                <a:ext uri="{FF2B5EF4-FFF2-40B4-BE49-F238E27FC236}">
                  <a16:creationId xmlns:a16="http://schemas.microsoft.com/office/drawing/2014/main" xmlns="" id="{79FA0149-4CB8-9929-0B85-1B962071317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xmlns="" id="{D34F9994-C5E0-AE09-44C0-C5B87FCCE5CA}"/>
              </a:ext>
            </a:extLst>
          </p:cNvPr>
          <p:cNvGrpSpPr/>
          <p:nvPr/>
        </p:nvGrpSpPr>
        <p:grpSpPr>
          <a:xfrm>
            <a:off x="5981700" y="3800091"/>
            <a:ext cx="364710" cy="292608"/>
            <a:chOff x="5981700" y="323466"/>
            <a:chExt cx="364710" cy="292608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xmlns="" id="{2AC773AF-0EEA-4375-E025-35F8FC5364E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Arc 94">
              <a:extLst>
                <a:ext uri="{FF2B5EF4-FFF2-40B4-BE49-F238E27FC236}">
                  <a16:creationId xmlns:a16="http://schemas.microsoft.com/office/drawing/2014/main" xmlns="" id="{90DDEFBB-F1E4-9858-B6D5-3FDB2B182EF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xmlns="" id="{A7DFD59F-9ACF-DA37-BC73-AADA05F8CD55}"/>
              </a:ext>
            </a:extLst>
          </p:cNvPr>
          <p:cNvGrpSpPr/>
          <p:nvPr/>
        </p:nvGrpSpPr>
        <p:grpSpPr>
          <a:xfrm>
            <a:off x="5981700" y="4038216"/>
            <a:ext cx="364710" cy="292608"/>
            <a:chOff x="5981700" y="323466"/>
            <a:chExt cx="364710" cy="292608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xmlns="" id="{34E0A8AD-4A63-9662-8252-B6566776A0D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c 97">
              <a:extLst>
                <a:ext uri="{FF2B5EF4-FFF2-40B4-BE49-F238E27FC236}">
                  <a16:creationId xmlns:a16="http://schemas.microsoft.com/office/drawing/2014/main" xmlns="" id="{A5AF0D9F-7BD7-E7BD-EF60-38F8DB6A717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xmlns="" id="{B86504F5-14F5-005B-98B8-877CBD2DBAEC}"/>
              </a:ext>
            </a:extLst>
          </p:cNvPr>
          <p:cNvGrpSpPr/>
          <p:nvPr/>
        </p:nvGrpSpPr>
        <p:grpSpPr>
          <a:xfrm>
            <a:off x="5981700" y="4285866"/>
            <a:ext cx="364710" cy="292608"/>
            <a:chOff x="5981700" y="323466"/>
            <a:chExt cx="364710" cy="292608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xmlns="" id="{77BEE814-D0CC-0B71-56A8-38FC233ADBB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Arc 100">
              <a:extLst>
                <a:ext uri="{FF2B5EF4-FFF2-40B4-BE49-F238E27FC236}">
                  <a16:creationId xmlns:a16="http://schemas.microsoft.com/office/drawing/2014/main" xmlns="" id="{E12B4309-6ECF-2A90-BE18-92E7B6D9F45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xmlns="" id="{B34C10F9-48AB-376A-971B-5E609292667E}"/>
              </a:ext>
            </a:extLst>
          </p:cNvPr>
          <p:cNvGrpSpPr/>
          <p:nvPr/>
        </p:nvGrpSpPr>
        <p:grpSpPr>
          <a:xfrm>
            <a:off x="5981700" y="4523991"/>
            <a:ext cx="364710" cy="292608"/>
            <a:chOff x="5981700" y="323466"/>
            <a:chExt cx="364710" cy="292608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xmlns="" id="{B13C8D1E-9E03-3B03-EB62-C5D86340BF1D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xmlns="" id="{FACF3DF3-03AF-3180-E1E4-55391011F79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xmlns="" id="{ADC277D0-0547-3E1F-7B17-763C14F2C569}"/>
              </a:ext>
            </a:extLst>
          </p:cNvPr>
          <p:cNvGrpSpPr/>
          <p:nvPr/>
        </p:nvGrpSpPr>
        <p:grpSpPr>
          <a:xfrm>
            <a:off x="5981700" y="4771641"/>
            <a:ext cx="364710" cy="292608"/>
            <a:chOff x="5981700" y="323466"/>
            <a:chExt cx="364710" cy="292608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xmlns="" id="{444E641A-F426-E972-E682-0AD4058F2F5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>
              <a:extLst>
                <a:ext uri="{FF2B5EF4-FFF2-40B4-BE49-F238E27FC236}">
                  <a16:creationId xmlns:a16="http://schemas.microsoft.com/office/drawing/2014/main" xmlns="" id="{000E6A81-D707-E36C-5DAD-68F6D1F68CE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xmlns="" id="{31EA107D-77C3-196B-39BD-015BCFD6D3C2}"/>
              </a:ext>
            </a:extLst>
          </p:cNvPr>
          <p:cNvGrpSpPr/>
          <p:nvPr/>
        </p:nvGrpSpPr>
        <p:grpSpPr>
          <a:xfrm>
            <a:off x="5981700" y="5028816"/>
            <a:ext cx="364710" cy="292608"/>
            <a:chOff x="5981700" y="323466"/>
            <a:chExt cx="364710" cy="292608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xmlns="" id="{61FDFC2B-B300-35FB-0617-5D1C7ADF664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:a16="http://schemas.microsoft.com/office/drawing/2014/main" xmlns="" id="{CF6B487C-012F-56E5-E8E3-8B137298EDF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xmlns="" id="{6232043B-C4C4-BA0A-CF1A-4DBBB75AAC73}"/>
              </a:ext>
            </a:extLst>
          </p:cNvPr>
          <p:cNvGrpSpPr/>
          <p:nvPr/>
        </p:nvGrpSpPr>
        <p:grpSpPr>
          <a:xfrm>
            <a:off x="5981700" y="5266941"/>
            <a:ext cx="364710" cy="292608"/>
            <a:chOff x="5981700" y="323466"/>
            <a:chExt cx="364710" cy="292608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xmlns="" id="{10FFE23E-6CCE-0432-75E0-E824C786326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Arc 112">
              <a:extLst>
                <a:ext uri="{FF2B5EF4-FFF2-40B4-BE49-F238E27FC236}">
                  <a16:creationId xmlns:a16="http://schemas.microsoft.com/office/drawing/2014/main" xmlns="" id="{98676D6A-3424-61E8-2CCE-756447D5F9C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xmlns="" id="{88B3BE82-3395-0E01-8219-A5E3310F3959}"/>
              </a:ext>
            </a:extLst>
          </p:cNvPr>
          <p:cNvGrpSpPr/>
          <p:nvPr/>
        </p:nvGrpSpPr>
        <p:grpSpPr>
          <a:xfrm>
            <a:off x="5981700" y="5524116"/>
            <a:ext cx="364710" cy="292608"/>
            <a:chOff x="5981700" y="323466"/>
            <a:chExt cx="364710" cy="29260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xmlns="" id="{F83317C8-5B5D-DDF7-15F4-EA2AFB9BC950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Arc 115">
              <a:extLst>
                <a:ext uri="{FF2B5EF4-FFF2-40B4-BE49-F238E27FC236}">
                  <a16:creationId xmlns:a16="http://schemas.microsoft.com/office/drawing/2014/main" xmlns="" id="{E746B903-C206-EA9A-5FAE-24360FA19AD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xmlns="" id="{2F2A7235-4D60-4C1C-AC1C-8026C6BB4059}"/>
              </a:ext>
            </a:extLst>
          </p:cNvPr>
          <p:cNvGrpSpPr/>
          <p:nvPr/>
        </p:nvGrpSpPr>
        <p:grpSpPr>
          <a:xfrm>
            <a:off x="5991225" y="5771766"/>
            <a:ext cx="364710" cy="292608"/>
            <a:chOff x="5981700" y="323466"/>
            <a:chExt cx="364710" cy="292608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xmlns="" id="{0F886985-AC53-0516-F85D-DDC1946AD17E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Arc 118">
              <a:extLst>
                <a:ext uri="{FF2B5EF4-FFF2-40B4-BE49-F238E27FC236}">
                  <a16:creationId xmlns:a16="http://schemas.microsoft.com/office/drawing/2014/main" xmlns="" id="{AE4C9755-2A3A-5A32-D276-52C0A9B4F8D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xmlns="" id="{7877DB57-685B-C785-7692-7E30EB8C61F3}"/>
              </a:ext>
            </a:extLst>
          </p:cNvPr>
          <p:cNvGrpSpPr/>
          <p:nvPr/>
        </p:nvGrpSpPr>
        <p:grpSpPr>
          <a:xfrm>
            <a:off x="5981700" y="6028941"/>
            <a:ext cx="364710" cy="292608"/>
            <a:chOff x="5981700" y="323466"/>
            <a:chExt cx="364710" cy="292608"/>
          </a:xfrm>
        </p:grpSpPr>
        <p:sp>
          <p:nvSpPr>
            <p:cNvPr id="121" name="Oval 120">
              <a:extLst>
                <a:ext uri="{FF2B5EF4-FFF2-40B4-BE49-F238E27FC236}">
                  <a16:creationId xmlns:a16="http://schemas.microsoft.com/office/drawing/2014/main" xmlns="" id="{22F39CC0-1318-0DB9-44C8-44ED898DF450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:a16="http://schemas.microsoft.com/office/drawing/2014/main" xmlns="" id="{E74E2D2F-36CC-9C47-07C8-1F7BA70CE9F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3" name="Rectangle 122">
            <a:extLst>
              <a:ext uri="{FF2B5EF4-FFF2-40B4-BE49-F238E27FC236}">
                <a16:creationId xmlns:a16="http://schemas.microsoft.com/office/drawing/2014/main" xmlns="" id="{044E7409-6BE4-82BF-6739-FB981D21C254}"/>
              </a:ext>
            </a:extLst>
          </p:cNvPr>
          <p:cNvSpPr/>
          <p:nvPr/>
        </p:nvSpPr>
        <p:spPr>
          <a:xfrm>
            <a:off x="6561178" y="514580"/>
            <a:ext cx="479262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HTML, Jinja2, CSS, JavaScript for Frontend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Flask for Authentication, Authorization and Workflow</a:t>
            </a:r>
          </a:p>
          <a:p>
            <a:pPr marL="571500" indent="-571500" algn="just">
              <a:buAutoNum type="romanLcParenBoth"/>
            </a:pPr>
            <a:r>
              <a:rPr lang="en-US" sz="2400" dirty="0" err="1" smtClean="0">
                <a:latin typeface="Times New Roman" panose="02020603050405020304" pitchFamily="18" charset="0"/>
                <a:cs typeface="Arial" panose="020B0604020202020204" pitchFamily="34" charset="0"/>
              </a:rPr>
              <a:t>SQLAlchemy</a:t>
            </a: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for Data Access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SQLite during development and </a:t>
            </a:r>
            <a:r>
              <a:rPr lang="en-US" sz="2400" dirty="0" err="1" smtClean="0">
                <a:latin typeface="Times New Roman" panose="02020603050405020304" pitchFamily="18" charset="0"/>
                <a:cs typeface="Arial" panose="020B0604020202020204" pitchFamily="34" charset="0"/>
              </a:rPr>
              <a:t>PostgreSQL</a:t>
            </a: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at production for Database.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Flask Migrate/Alembic for Migration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Dashboard, KPIs, Notifications, Audit logs and export as CSV and PDF for Reporting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Rest API for Integration</a:t>
            </a:r>
          </a:p>
          <a:p>
            <a:pPr marL="571500" indent="-571500" algn="just">
              <a:buAutoNum type="romanLcParenBoth"/>
            </a:pPr>
            <a:r>
              <a:rPr lang="en-US" sz="24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Environment Configuration with </a:t>
            </a:r>
            <a:r>
              <a:rPr lang="en-US" sz="2400" dirty="0" err="1" smtClean="0">
                <a:latin typeface="Times New Roman" panose="02020603050405020304" pitchFamily="18" charset="0"/>
                <a:cs typeface="Arial" panose="020B0604020202020204" pitchFamily="34" charset="0"/>
              </a:rPr>
              <a:t>Docker</a:t>
            </a:r>
            <a:endParaRPr lang="en-US" sz="24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2446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1C4FD09-55E3-2B1B-897E-1F9BF272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034BA31-4C57-9BDA-04C5-8FC13B21BF04}"/>
              </a:ext>
            </a:extLst>
          </p:cNvPr>
          <p:cNvSpPr/>
          <p:nvPr/>
        </p:nvSpPr>
        <p:spPr>
          <a:xfrm>
            <a:off x="6200775" y="238124"/>
            <a:ext cx="5410200" cy="6372225"/>
          </a:xfrm>
          <a:prstGeom prst="rect">
            <a:avLst/>
          </a:prstGeom>
          <a:solidFill>
            <a:schemeClr val="bg1"/>
          </a:solidFill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26F619E-C2F5-A764-7A5A-E740D3764F94}"/>
              </a:ext>
            </a:extLst>
          </p:cNvPr>
          <p:cNvSpPr/>
          <p:nvPr/>
        </p:nvSpPr>
        <p:spPr>
          <a:xfrm>
            <a:off x="771525" y="238124"/>
            <a:ext cx="5410200" cy="637222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n-US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Main Modules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63652264-4E8B-48A9-C360-C02C3660C32D}"/>
              </a:ext>
            </a:extLst>
          </p:cNvPr>
          <p:cNvSpPr/>
          <p:nvPr/>
        </p:nvSpPr>
        <p:spPr>
          <a:xfrm>
            <a:off x="6286500" y="400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94A79690-2C7C-FEC2-2B4B-F5D0C6E2B06B}"/>
              </a:ext>
            </a:extLst>
          </p:cNvPr>
          <p:cNvSpPr/>
          <p:nvPr/>
        </p:nvSpPr>
        <p:spPr>
          <a:xfrm>
            <a:off x="6286500" y="647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F183C3CB-BD1C-4789-0643-1F50E0C687BE}"/>
              </a:ext>
            </a:extLst>
          </p:cNvPr>
          <p:cNvSpPr/>
          <p:nvPr/>
        </p:nvSpPr>
        <p:spPr>
          <a:xfrm>
            <a:off x="6286500" y="895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852695AE-B9E1-CA35-383A-5061DECC336D}"/>
              </a:ext>
            </a:extLst>
          </p:cNvPr>
          <p:cNvSpPr/>
          <p:nvPr/>
        </p:nvSpPr>
        <p:spPr>
          <a:xfrm>
            <a:off x="6286500" y="1142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AC8B7149-0844-B850-391A-8060B3392CC6}"/>
              </a:ext>
            </a:extLst>
          </p:cNvPr>
          <p:cNvSpPr/>
          <p:nvPr/>
        </p:nvSpPr>
        <p:spPr>
          <a:xfrm>
            <a:off x="6286500" y="13906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0D333270-CC5E-7DF6-1A02-659ABE822FF5}"/>
              </a:ext>
            </a:extLst>
          </p:cNvPr>
          <p:cNvSpPr/>
          <p:nvPr/>
        </p:nvSpPr>
        <p:spPr>
          <a:xfrm>
            <a:off x="6286500" y="16382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79654E69-BC73-6E52-DC33-651392E0526D}"/>
              </a:ext>
            </a:extLst>
          </p:cNvPr>
          <p:cNvSpPr/>
          <p:nvPr/>
        </p:nvSpPr>
        <p:spPr>
          <a:xfrm>
            <a:off x="6286500" y="18859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E4CFDB43-57A3-3026-29E9-D60F416B0F09}"/>
              </a:ext>
            </a:extLst>
          </p:cNvPr>
          <p:cNvSpPr/>
          <p:nvPr/>
        </p:nvSpPr>
        <p:spPr>
          <a:xfrm>
            <a:off x="6286500" y="21335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F309C4C6-BB4D-8939-A2FC-02DC29CFCC6D}"/>
              </a:ext>
            </a:extLst>
          </p:cNvPr>
          <p:cNvSpPr/>
          <p:nvPr/>
        </p:nvSpPr>
        <p:spPr>
          <a:xfrm>
            <a:off x="6286500" y="23812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042F644C-7941-9F1F-CD17-58A102B9F051}"/>
              </a:ext>
            </a:extLst>
          </p:cNvPr>
          <p:cNvSpPr/>
          <p:nvPr/>
        </p:nvSpPr>
        <p:spPr>
          <a:xfrm>
            <a:off x="6286500" y="26288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9FE90EDA-798E-4116-2E6D-F9F24F96F337}"/>
              </a:ext>
            </a:extLst>
          </p:cNvPr>
          <p:cNvSpPr/>
          <p:nvPr/>
        </p:nvSpPr>
        <p:spPr>
          <a:xfrm>
            <a:off x="6286500" y="28765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01176BBF-01DD-C6ED-B967-EB1DB7DB2F69}"/>
              </a:ext>
            </a:extLst>
          </p:cNvPr>
          <p:cNvSpPr/>
          <p:nvPr/>
        </p:nvSpPr>
        <p:spPr>
          <a:xfrm>
            <a:off x="6286500" y="31241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9F9C5F9C-2EEA-6014-F551-FCFA8EE56021}"/>
              </a:ext>
            </a:extLst>
          </p:cNvPr>
          <p:cNvSpPr/>
          <p:nvPr/>
        </p:nvSpPr>
        <p:spPr>
          <a:xfrm>
            <a:off x="6286500" y="33718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3C7AD85C-644E-0A9B-6CFE-2B4A8C85E76B}"/>
              </a:ext>
            </a:extLst>
          </p:cNvPr>
          <p:cNvSpPr/>
          <p:nvPr/>
        </p:nvSpPr>
        <p:spPr>
          <a:xfrm>
            <a:off x="6286500" y="36194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0380C106-105A-1A96-0199-94FE8B539591}"/>
              </a:ext>
            </a:extLst>
          </p:cNvPr>
          <p:cNvSpPr/>
          <p:nvPr/>
        </p:nvSpPr>
        <p:spPr>
          <a:xfrm>
            <a:off x="6286500" y="38671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89A7FBE2-CFD6-1AB1-A77D-4A327850C6BD}"/>
              </a:ext>
            </a:extLst>
          </p:cNvPr>
          <p:cNvSpPr/>
          <p:nvPr/>
        </p:nvSpPr>
        <p:spPr>
          <a:xfrm>
            <a:off x="6286500" y="41147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3121677A-1631-1324-1E55-D68B3900D565}"/>
              </a:ext>
            </a:extLst>
          </p:cNvPr>
          <p:cNvSpPr/>
          <p:nvPr/>
        </p:nvSpPr>
        <p:spPr>
          <a:xfrm>
            <a:off x="6286500" y="43624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64D42A8C-6C17-5515-7C30-72FA44A1C982}"/>
              </a:ext>
            </a:extLst>
          </p:cNvPr>
          <p:cNvSpPr/>
          <p:nvPr/>
        </p:nvSpPr>
        <p:spPr>
          <a:xfrm>
            <a:off x="6286500" y="46100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7475C0C7-3651-5314-3F48-173B78AB0BFB}"/>
              </a:ext>
            </a:extLst>
          </p:cNvPr>
          <p:cNvSpPr/>
          <p:nvPr/>
        </p:nvSpPr>
        <p:spPr>
          <a:xfrm>
            <a:off x="6286500" y="48577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9EC0B432-CB23-DBAF-B917-7ABB9CFA1904}"/>
              </a:ext>
            </a:extLst>
          </p:cNvPr>
          <p:cNvSpPr/>
          <p:nvPr/>
        </p:nvSpPr>
        <p:spPr>
          <a:xfrm>
            <a:off x="6286500" y="51053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CD6371DF-A7E5-1434-5000-FF50454FDD3B}"/>
              </a:ext>
            </a:extLst>
          </p:cNvPr>
          <p:cNvSpPr/>
          <p:nvPr/>
        </p:nvSpPr>
        <p:spPr>
          <a:xfrm>
            <a:off x="6286500" y="5353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1F08106B-D501-EC7F-FD6E-9F53DD6567B9}"/>
              </a:ext>
            </a:extLst>
          </p:cNvPr>
          <p:cNvSpPr/>
          <p:nvPr/>
        </p:nvSpPr>
        <p:spPr>
          <a:xfrm>
            <a:off x="6286500" y="5600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58CD1136-8D51-C029-89F6-934EB793CA76}"/>
              </a:ext>
            </a:extLst>
          </p:cNvPr>
          <p:cNvSpPr/>
          <p:nvPr/>
        </p:nvSpPr>
        <p:spPr>
          <a:xfrm>
            <a:off x="6286500" y="5848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50E918C1-C147-CDF9-9A0B-C41B1B1BDC16}"/>
              </a:ext>
            </a:extLst>
          </p:cNvPr>
          <p:cNvSpPr/>
          <p:nvPr/>
        </p:nvSpPr>
        <p:spPr>
          <a:xfrm>
            <a:off x="6286500" y="6095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928405A0-4A61-8733-B126-4D81DAAC8909}"/>
              </a:ext>
            </a:extLst>
          </p:cNvPr>
          <p:cNvGrpSpPr/>
          <p:nvPr/>
        </p:nvGrpSpPr>
        <p:grpSpPr>
          <a:xfrm>
            <a:off x="5981700" y="323466"/>
            <a:ext cx="364710" cy="292608"/>
            <a:chOff x="5981700" y="323466"/>
            <a:chExt cx="364710" cy="292608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xmlns="" id="{13AFC585-BA57-5F31-158D-6005C04FEA8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xmlns="" id="{6ABDBE3E-C36D-8AB3-7845-745EE50517F1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xmlns="" id="{BE4556B3-F34C-FF2C-77C6-6D471C09D64C}"/>
              </a:ext>
            </a:extLst>
          </p:cNvPr>
          <p:cNvGrpSpPr/>
          <p:nvPr/>
        </p:nvGrpSpPr>
        <p:grpSpPr>
          <a:xfrm>
            <a:off x="5981700" y="561591"/>
            <a:ext cx="364710" cy="292608"/>
            <a:chOff x="5981700" y="323466"/>
            <a:chExt cx="364710" cy="292608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xmlns="" id="{328F7FC3-44ED-BDFD-31EC-54198BE5A58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xmlns="" id="{691957E7-B542-3D6C-AA1A-4C3661572B27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xmlns="" id="{34942098-76A7-B3A3-5DB3-D8162AD3F68D}"/>
              </a:ext>
            </a:extLst>
          </p:cNvPr>
          <p:cNvGrpSpPr/>
          <p:nvPr/>
        </p:nvGrpSpPr>
        <p:grpSpPr>
          <a:xfrm>
            <a:off x="5981700" y="809241"/>
            <a:ext cx="364710" cy="292608"/>
            <a:chOff x="5981700" y="323466"/>
            <a:chExt cx="364710" cy="292608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xmlns="" id="{ADA0F6B4-0FE9-8946-CD31-44C147BDFAA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xmlns="" id="{E209963C-964F-F2C3-6448-EDCC319111C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xmlns="" id="{92FBB5C7-CE3A-82A2-B96C-D00957855705}"/>
              </a:ext>
            </a:extLst>
          </p:cNvPr>
          <p:cNvGrpSpPr/>
          <p:nvPr/>
        </p:nvGrpSpPr>
        <p:grpSpPr>
          <a:xfrm>
            <a:off x="5981700" y="1066416"/>
            <a:ext cx="364710" cy="292608"/>
            <a:chOff x="5981700" y="323466"/>
            <a:chExt cx="364710" cy="29260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xmlns="" id="{C2090BBD-0FD7-73D4-768D-B3EACE87901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xmlns="" id="{49BBA01A-FD23-189D-7879-A24960489055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xmlns="" id="{F1BBA567-B812-1158-B0D9-8585557A065F}"/>
              </a:ext>
            </a:extLst>
          </p:cNvPr>
          <p:cNvGrpSpPr/>
          <p:nvPr/>
        </p:nvGrpSpPr>
        <p:grpSpPr>
          <a:xfrm>
            <a:off x="5981700" y="1304541"/>
            <a:ext cx="364710" cy="292608"/>
            <a:chOff x="5981700" y="323466"/>
            <a:chExt cx="364710" cy="292608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xmlns="" id="{69954438-FCF4-7EDB-B481-3A5CD3540B9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xmlns="" id="{0539A26F-8931-1226-DADD-F1FA6E3A46C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xmlns="" id="{C5CA0963-798D-1A46-720B-8E62281FCB2B}"/>
              </a:ext>
            </a:extLst>
          </p:cNvPr>
          <p:cNvGrpSpPr/>
          <p:nvPr/>
        </p:nvGrpSpPr>
        <p:grpSpPr>
          <a:xfrm>
            <a:off x="5981700" y="1552191"/>
            <a:ext cx="364710" cy="292608"/>
            <a:chOff x="5981700" y="323466"/>
            <a:chExt cx="364710" cy="29260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xmlns="" id="{238F6E5E-CA7D-90C5-F3DE-CEA09207509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Arc 67">
              <a:extLst>
                <a:ext uri="{FF2B5EF4-FFF2-40B4-BE49-F238E27FC236}">
                  <a16:creationId xmlns:a16="http://schemas.microsoft.com/office/drawing/2014/main" xmlns="" id="{4EDC6FAD-D9B6-F4CE-7409-08C269011CC8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xmlns="" id="{97D732E3-F499-0C3F-BE88-8A3C727562BA}"/>
              </a:ext>
            </a:extLst>
          </p:cNvPr>
          <p:cNvGrpSpPr/>
          <p:nvPr/>
        </p:nvGrpSpPr>
        <p:grpSpPr>
          <a:xfrm>
            <a:off x="5981700" y="1809366"/>
            <a:ext cx="364710" cy="292608"/>
            <a:chOff x="5981700" y="323466"/>
            <a:chExt cx="364710" cy="292608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xmlns="" id="{1BB77D40-207D-28FD-CBB8-13B1251FBCE3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Arc 70">
              <a:extLst>
                <a:ext uri="{FF2B5EF4-FFF2-40B4-BE49-F238E27FC236}">
                  <a16:creationId xmlns:a16="http://schemas.microsoft.com/office/drawing/2014/main" xmlns="" id="{98CED01A-8366-93D8-2562-CDF27F4E564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xmlns="" id="{8ACD396F-9CBB-E28A-C3C7-9FFF82E7D986}"/>
              </a:ext>
            </a:extLst>
          </p:cNvPr>
          <p:cNvGrpSpPr/>
          <p:nvPr/>
        </p:nvGrpSpPr>
        <p:grpSpPr>
          <a:xfrm>
            <a:off x="5981700" y="2057016"/>
            <a:ext cx="364710" cy="292608"/>
            <a:chOff x="5981700" y="323466"/>
            <a:chExt cx="364710" cy="29260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xmlns="" id="{79F5ABF2-6AF6-5851-71FF-385EC321673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Arc 73">
              <a:extLst>
                <a:ext uri="{FF2B5EF4-FFF2-40B4-BE49-F238E27FC236}">
                  <a16:creationId xmlns:a16="http://schemas.microsoft.com/office/drawing/2014/main" xmlns="" id="{59B2770C-AEBD-5B7B-0CAD-D69C9BFB020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xmlns="" id="{8E67EC40-2CEA-15BB-679E-82A155506382}"/>
              </a:ext>
            </a:extLst>
          </p:cNvPr>
          <p:cNvGrpSpPr/>
          <p:nvPr/>
        </p:nvGrpSpPr>
        <p:grpSpPr>
          <a:xfrm>
            <a:off x="5981700" y="2295141"/>
            <a:ext cx="364710" cy="292608"/>
            <a:chOff x="5981700" y="323466"/>
            <a:chExt cx="364710" cy="292608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xmlns="" id="{BEE67072-39B0-0D8C-3764-DF739D4EF89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xmlns="" id="{1036E0E8-91A2-459D-62BA-7E55B36EA4A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xmlns="" id="{E7A8FC93-89F4-B3FF-B2A0-EB92EE14302F}"/>
              </a:ext>
            </a:extLst>
          </p:cNvPr>
          <p:cNvGrpSpPr/>
          <p:nvPr/>
        </p:nvGrpSpPr>
        <p:grpSpPr>
          <a:xfrm>
            <a:off x="5981700" y="2552316"/>
            <a:ext cx="364710" cy="292608"/>
            <a:chOff x="5981700" y="323466"/>
            <a:chExt cx="364710" cy="29260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xmlns="" id="{0B288602-214C-9797-F12B-433D63A94C97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xmlns="" id="{B2237529-DFC9-A1B7-9CFA-D339940826F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xmlns="" id="{56E08E4B-3F15-3DA7-6141-7E97655DD396}"/>
              </a:ext>
            </a:extLst>
          </p:cNvPr>
          <p:cNvGrpSpPr/>
          <p:nvPr/>
        </p:nvGrpSpPr>
        <p:grpSpPr>
          <a:xfrm>
            <a:off x="5981700" y="2799966"/>
            <a:ext cx="364710" cy="292608"/>
            <a:chOff x="5981700" y="323466"/>
            <a:chExt cx="364710" cy="292608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xmlns="" id="{BF631934-7110-7F5E-79A0-378CB41A08C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Arc 82">
              <a:extLst>
                <a:ext uri="{FF2B5EF4-FFF2-40B4-BE49-F238E27FC236}">
                  <a16:creationId xmlns:a16="http://schemas.microsoft.com/office/drawing/2014/main" xmlns="" id="{0439DB39-7B53-36D4-BDF5-71DB13657FD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xmlns="" id="{BD99BE67-16D7-6B0C-6E7E-F8B4B7BD2317}"/>
              </a:ext>
            </a:extLst>
          </p:cNvPr>
          <p:cNvGrpSpPr/>
          <p:nvPr/>
        </p:nvGrpSpPr>
        <p:grpSpPr>
          <a:xfrm>
            <a:off x="5981700" y="3047616"/>
            <a:ext cx="364710" cy="292608"/>
            <a:chOff x="5981700" y="323466"/>
            <a:chExt cx="364710" cy="29260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xmlns="" id="{370A9636-2147-18A8-A452-5C474F2755F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Arc 85">
              <a:extLst>
                <a:ext uri="{FF2B5EF4-FFF2-40B4-BE49-F238E27FC236}">
                  <a16:creationId xmlns:a16="http://schemas.microsoft.com/office/drawing/2014/main" xmlns="" id="{CF37D023-EFBC-7B83-E01F-14E578B5E41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xmlns="" id="{18D76EDD-67EC-1706-7541-E0B361B9EE01}"/>
              </a:ext>
            </a:extLst>
          </p:cNvPr>
          <p:cNvGrpSpPr/>
          <p:nvPr/>
        </p:nvGrpSpPr>
        <p:grpSpPr>
          <a:xfrm>
            <a:off x="5981700" y="3295266"/>
            <a:ext cx="364710" cy="292608"/>
            <a:chOff x="5981700" y="323466"/>
            <a:chExt cx="364710" cy="292608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xmlns="" id="{EBF7F9D4-4385-3396-B1F8-92B45C3EE23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Arc 88">
              <a:extLst>
                <a:ext uri="{FF2B5EF4-FFF2-40B4-BE49-F238E27FC236}">
                  <a16:creationId xmlns:a16="http://schemas.microsoft.com/office/drawing/2014/main" xmlns="" id="{344DEE6C-BE03-A502-C8EB-06880E1AFF7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xmlns="" id="{805A620C-3AE2-255F-D0AD-7BCE318B0261}"/>
              </a:ext>
            </a:extLst>
          </p:cNvPr>
          <p:cNvGrpSpPr/>
          <p:nvPr/>
        </p:nvGrpSpPr>
        <p:grpSpPr>
          <a:xfrm>
            <a:off x="5981700" y="3542916"/>
            <a:ext cx="364710" cy="292608"/>
            <a:chOff x="5981700" y="323466"/>
            <a:chExt cx="364710" cy="292608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xmlns="" id="{C8C812B5-07D8-854F-C972-D8CEBC6A35B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c 91">
              <a:extLst>
                <a:ext uri="{FF2B5EF4-FFF2-40B4-BE49-F238E27FC236}">
                  <a16:creationId xmlns:a16="http://schemas.microsoft.com/office/drawing/2014/main" xmlns="" id="{79FA0149-4CB8-9929-0B85-1B962071317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xmlns="" id="{D34F9994-C5E0-AE09-44C0-C5B87FCCE5CA}"/>
              </a:ext>
            </a:extLst>
          </p:cNvPr>
          <p:cNvGrpSpPr/>
          <p:nvPr/>
        </p:nvGrpSpPr>
        <p:grpSpPr>
          <a:xfrm>
            <a:off x="5981700" y="3800091"/>
            <a:ext cx="364710" cy="292608"/>
            <a:chOff x="5981700" y="323466"/>
            <a:chExt cx="364710" cy="292608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xmlns="" id="{2AC773AF-0EEA-4375-E025-35F8FC5364E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Arc 94">
              <a:extLst>
                <a:ext uri="{FF2B5EF4-FFF2-40B4-BE49-F238E27FC236}">
                  <a16:creationId xmlns:a16="http://schemas.microsoft.com/office/drawing/2014/main" xmlns="" id="{90DDEFBB-F1E4-9858-B6D5-3FDB2B182EF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xmlns="" id="{A7DFD59F-9ACF-DA37-BC73-AADA05F8CD55}"/>
              </a:ext>
            </a:extLst>
          </p:cNvPr>
          <p:cNvGrpSpPr/>
          <p:nvPr/>
        </p:nvGrpSpPr>
        <p:grpSpPr>
          <a:xfrm>
            <a:off x="5981700" y="4038216"/>
            <a:ext cx="364710" cy="292608"/>
            <a:chOff x="5981700" y="323466"/>
            <a:chExt cx="364710" cy="292608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xmlns="" id="{34E0A8AD-4A63-9662-8252-B6566776A0D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c 97">
              <a:extLst>
                <a:ext uri="{FF2B5EF4-FFF2-40B4-BE49-F238E27FC236}">
                  <a16:creationId xmlns:a16="http://schemas.microsoft.com/office/drawing/2014/main" xmlns="" id="{A5AF0D9F-7BD7-E7BD-EF60-38F8DB6A717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xmlns="" id="{B86504F5-14F5-005B-98B8-877CBD2DBAEC}"/>
              </a:ext>
            </a:extLst>
          </p:cNvPr>
          <p:cNvGrpSpPr/>
          <p:nvPr/>
        </p:nvGrpSpPr>
        <p:grpSpPr>
          <a:xfrm>
            <a:off x="5981700" y="4285866"/>
            <a:ext cx="364710" cy="292608"/>
            <a:chOff x="5981700" y="323466"/>
            <a:chExt cx="364710" cy="292608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xmlns="" id="{77BEE814-D0CC-0B71-56A8-38FC233ADBB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Arc 100">
              <a:extLst>
                <a:ext uri="{FF2B5EF4-FFF2-40B4-BE49-F238E27FC236}">
                  <a16:creationId xmlns:a16="http://schemas.microsoft.com/office/drawing/2014/main" xmlns="" id="{E12B4309-6ECF-2A90-BE18-92E7B6D9F45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xmlns="" id="{B34C10F9-48AB-376A-971B-5E609292667E}"/>
              </a:ext>
            </a:extLst>
          </p:cNvPr>
          <p:cNvGrpSpPr/>
          <p:nvPr/>
        </p:nvGrpSpPr>
        <p:grpSpPr>
          <a:xfrm>
            <a:off x="5981700" y="4523991"/>
            <a:ext cx="364710" cy="292608"/>
            <a:chOff x="5981700" y="323466"/>
            <a:chExt cx="364710" cy="292608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xmlns="" id="{B13C8D1E-9E03-3B03-EB62-C5D86340BF1D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xmlns="" id="{FACF3DF3-03AF-3180-E1E4-55391011F79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xmlns="" id="{ADC277D0-0547-3E1F-7B17-763C14F2C569}"/>
              </a:ext>
            </a:extLst>
          </p:cNvPr>
          <p:cNvGrpSpPr/>
          <p:nvPr/>
        </p:nvGrpSpPr>
        <p:grpSpPr>
          <a:xfrm>
            <a:off x="5981700" y="4771641"/>
            <a:ext cx="364710" cy="292608"/>
            <a:chOff x="5981700" y="323466"/>
            <a:chExt cx="364710" cy="292608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xmlns="" id="{444E641A-F426-E972-E682-0AD4058F2F5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>
              <a:extLst>
                <a:ext uri="{FF2B5EF4-FFF2-40B4-BE49-F238E27FC236}">
                  <a16:creationId xmlns:a16="http://schemas.microsoft.com/office/drawing/2014/main" xmlns="" id="{000E6A81-D707-E36C-5DAD-68F6D1F68CE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xmlns="" id="{31EA107D-77C3-196B-39BD-015BCFD6D3C2}"/>
              </a:ext>
            </a:extLst>
          </p:cNvPr>
          <p:cNvGrpSpPr/>
          <p:nvPr/>
        </p:nvGrpSpPr>
        <p:grpSpPr>
          <a:xfrm>
            <a:off x="5981700" y="5028816"/>
            <a:ext cx="364710" cy="292608"/>
            <a:chOff x="5981700" y="323466"/>
            <a:chExt cx="364710" cy="292608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xmlns="" id="{61FDFC2B-B300-35FB-0617-5D1C7ADF664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:a16="http://schemas.microsoft.com/office/drawing/2014/main" xmlns="" id="{CF6B487C-012F-56E5-E8E3-8B137298EDF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xmlns="" id="{6232043B-C4C4-BA0A-CF1A-4DBBB75AAC73}"/>
              </a:ext>
            </a:extLst>
          </p:cNvPr>
          <p:cNvGrpSpPr/>
          <p:nvPr/>
        </p:nvGrpSpPr>
        <p:grpSpPr>
          <a:xfrm>
            <a:off x="5981700" y="5266941"/>
            <a:ext cx="364710" cy="292608"/>
            <a:chOff x="5981700" y="323466"/>
            <a:chExt cx="364710" cy="292608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xmlns="" id="{10FFE23E-6CCE-0432-75E0-E824C786326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Arc 112">
              <a:extLst>
                <a:ext uri="{FF2B5EF4-FFF2-40B4-BE49-F238E27FC236}">
                  <a16:creationId xmlns:a16="http://schemas.microsoft.com/office/drawing/2014/main" xmlns="" id="{98676D6A-3424-61E8-2CCE-756447D5F9C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xmlns="" id="{88B3BE82-3395-0E01-8219-A5E3310F3959}"/>
              </a:ext>
            </a:extLst>
          </p:cNvPr>
          <p:cNvGrpSpPr/>
          <p:nvPr/>
        </p:nvGrpSpPr>
        <p:grpSpPr>
          <a:xfrm>
            <a:off x="5981700" y="5524116"/>
            <a:ext cx="364710" cy="292608"/>
            <a:chOff x="5981700" y="323466"/>
            <a:chExt cx="364710" cy="29260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xmlns="" id="{F83317C8-5B5D-DDF7-15F4-EA2AFB9BC950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Arc 115">
              <a:extLst>
                <a:ext uri="{FF2B5EF4-FFF2-40B4-BE49-F238E27FC236}">
                  <a16:creationId xmlns:a16="http://schemas.microsoft.com/office/drawing/2014/main" xmlns="" id="{E746B903-C206-EA9A-5FAE-24360FA19AD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xmlns="" id="{2F2A7235-4D60-4C1C-AC1C-8026C6BB4059}"/>
              </a:ext>
            </a:extLst>
          </p:cNvPr>
          <p:cNvGrpSpPr/>
          <p:nvPr/>
        </p:nvGrpSpPr>
        <p:grpSpPr>
          <a:xfrm>
            <a:off x="5991225" y="5771766"/>
            <a:ext cx="364710" cy="292608"/>
            <a:chOff x="5981700" y="323466"/>
            <a:chExt cx="364710" cy="292608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xmlns="" id="{0F886985-AC53-0516-F85D-DDC1946AD17E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Arc 118">
              <a:extLst>
                <a:ext uri="{FF2B5EF4-FFF2-40B4-BE49-F238E27FC236}">
                  <a16:creationId xmlns:a16="http://schemas.microsoft.com/office/drawing/2014/main" xmlns="" id="{AE4C9755-2A3A-5A32-D276-52C0A9B4F8D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xmlns="" id="{7877DB57-685B-C785-7692-7E30EB8C61F3}"/>
              </a:ext>
            </a:extLst>
          </p:cNvPr>
          <p:cNvGrpSpPr/>
          <p:nvPr/>
        </p:nvGrpSpPr>
        <p:grpSpPr>
          <a:xfrm>
            <a:off x="5981700" y="6028941"/>
            <a:ext cx="364710" cy="292608"/>
            <a:chOff x="5981700" y="323466"/>
            <a:chExt cx="364710" cy="292608"/>
          </a:xfrm>
        </p:grpSpPr>
        <p:sp>
          <p:nvSpPr>
            <p:cNvPr id="121" name="Oval 120">
              <a:extLst>
                <a:ext uri="{FF2B5EF4-FFF2-40B4-BE49-F238E27FC236}">
                  <a16:creationId xmlns:a16="http://schemas.microsoft.com/office/drawing/2014/main" xmlns="" id="{22F39CC0-1318-0DB9-44C8-44ED898DF450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:a16="http://schemas.microsoft.com/office/drawing/2014/main" xmlns="" id="{E74E2D2F-36CC-9C47-07C8-1F7BA70CE9F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3" name="Rectangle 122">
            <a:extLst>
              <a:ext uri="{FF2B5EF4-FFF2-40B4-BE49-F238E27FC236}">
                <a16:creationId xmlns:a16="http://schemas.microsoft.com/office/drawing/2014/main" xmlns="" id="{044E7409-6BE4-82BF-6739-FB981D21C254}"/>
              </a:ext>
            </a:extLst>
          </p:cNvPr>
          <p:cNvSpPr/>
          <p:nvPr/>
        </p:nvSpPr>
        <p:spPr>
          <a:xfrm>
            <a:off x="6561178" y="1720840"/>
            <a:ext cx="479262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Authentication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Administration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Product Passport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Supply Chain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Compliance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Lifecycle &amp; Sustainability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Reporting &amp; Controls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Public Verifications</a:t>
            </a:r>
          </a:p>
          <a:p>
            <a:pPr marL="571500" indent="-571500" algn="just">
              <a:buAutoNum type="romanLcParenBoth"/>
            </a:pPr>
            <a:r>
              <a:rPr lang="en-US" sz="24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Rest API</a:t>
            </a:r>
            <a:endParaRPr lang="en-US" sz="24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929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1C4FD09-55E3-2B1B-897E-1F9BF272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034BA31-4C57-9BDA-04C5-8FC13B21BF04}"/>
              </a:ext>
            </a:extLst>
          </p:cNvPr>
          <p:cNvSpPr/>
          <p:nvPr/>
        </p:nvSpPr>
        <p:spPr>
          <a:xfrm>
            <a:off x="6200775" y="238124"/>
            <a:ext cx="5410200" cy="6372225"/>
          </a:xfrm>
          <a:prstGeom prst="rect">
            <a:avLst/>
          </a:prstGeom>
          <a:solidFill>
            <a:schemeClr val="bg1"/>
          </a:solidFill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26F619E-C2F5-A764-7A5A-E740D3764F94}"/>
              </a:ext>
            </a:extLst>
          </p:cNvPr>
          <p:cNvSpPr/>
          <p:nvPr/>
        </p:nvSpPr>
        <p:spPr>
          <a:xfrm>
            <a:off x="771525" y="238124"/>
            <a:ext cx="5410200" cy="637222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63500" dist="101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n-US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Responsibilities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63652264-4E8B-48A9-C360-C02C3660C32D}"/>
              </a:ext>
            </a:extLst>
          </p:cNvPr>
          <p:cNvSpPr/>
          <p:nvPr/>
        </p:nvSpPr>
        <p:spPr>
          <a:xfrm>
            <a:off x="6286500" y="400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94A79690-2C7C-FEC2-2B4B-F5D0C6E2B06B}"/>
              </a:ext>
            </a:extLst>
          </p:cNvPr>
          <p:cNvSpPr/>
          <p:nvPr/>
        </p:nvSpPr>
        <p:spPr>
          <a:xfrm>
            <a:off x="6286500" y="647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F183C3CB-BD1C-4789-0643-1F50E0C687BE}"/>
              </a:ext>
            </a:extLst>
          </p:cNvPr>
          <p:cNvSpPr/>
          <p:nvPr/>
        </p:nvSpPr>
        <p:spPr>
          <a:xfrm>
            <a:off x="6286500" y="895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852695AE-B9E1-CA35-383A-5061DECC336D}"/>
              </a:ext>
            </a:extLst>
          </p:cNvPr>
          <p:cNvSpPr/>
          <p:nvPr/>
        </p:nvSpPr>
        <p:spPr>
          <a:xfrm>
            <a:off x="6286500" y="1142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AC8B7149-0844-B850-391A-8060B3392CC6}"/>
              </a:ext>
            </a:extLst>
          </p:cNvPr>
          <p:cNvSpPr/>
          <p:nvPr/>
        </p:nvSpPr>
        <p:spPr>
          <a:xfrm>
            <a:off x="6286500" y="13906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0D333270-CC5E-7DF6-1A02-659ABE822FF5}"/>
              </a:ext>
            </a:extLst>
          </p:cNvPr>
          <p:cNvSpPr/>
          <p:nvPr/>
        </p:nvSpPr>
        <p:spPr>
          <a:xfrm>
            <a:off x="6286500" y="16382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79654E69-BC73-6E52-DC33-651392E0526D}"/>
              </a:ext>
            </a:extLst>
          </p:cNvPr>
          <p:cNvSpPr/>
          <p:nvPr/>
        </p:nvSpPr>
        <p:spPr>
          <a:xfrm>
            <a:off x="6286500" y="18859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E4CFDB43-57A3-3026-29E9-D60F416B0F09}"/>
              </a:ext>
            </a:extLst>
          </p:cNvPr>
          <p:cNvSpPr/>
          <p:nvPr/>
        </p:nvSpPr>
        <p:spPr>
          <a:xfrm>
            <a:off x="6286500" y="21335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F309C4C6-BB4D-8939-A2FC-02DC29CFCC6D}"/>
              </a:ext>
            </a:extLst>
          </p:cNvPr>
          <p:cNvSpPr/>
          <p:nvPr/>
        </p:nvSpPr>
        <p:spPr>
          <a:xfrm>
            <a:off x="6286500" y="23812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042F644C-7941-9F1F-CD17-58A102B9F051}"/>
              </a:ext>
            </a:extLst>
          </p:cNvPr>
          <p:cNvSpPr/>
          <p:nvPr/>
        </p:nvSpPr>
        <p:spPr>
          <a:xfrm>
            <a:off x="6286500" y="26288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9FE90EDA-798E-4116-2E6D-F9F24F96F337}"/>
              </a:ext>
            </a:extLst>
          </p:cNvPr>
          <p:cNvSpPr/>
          <p:nvPr/>
        </p:nvSpPr>
        <p:spPr>
          <a:xfrm>
            <a:off x="6286500" y="28765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01176BBF-01DD-C6ED-B967-EB1DB7DB2F69}"/>
              </a:ext>
            </a:extLst>
          </p:cNvPr>
          <p:cNvSpPr/>
          <p:nvPr/>
        </p:nvSpPr>
        <p:spPr>
          <a:xfrm>
            <a:off x="6286500" y="31241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9F9C5F9C-2EEA-6014-F551-FCFA8EE56021}"/>
              </a:ext>
            </a:extLst>
          </p:cNvPr>
          <p:cNvSpPr/>
          <p:nvPr/>
        </p:nvSpPr>
        <p:spPr>
          <a:xfrm>
            <a:off x="6286500" y="33718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3C7AD85C-644E-0A9B-6CFE-2B4A8C85E76B}"/>
              </a:ext>
            </a:extLst>
          </p:cNvPr>
          <p:cNvSpPr/>
          <p:nvPr/>
        </p:nvSpPr>
        <p:spPr>
          <a:xfrm>
            <a:off x="6286500" y="36194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0380C106-105A-1A96-0199-94FE8B539591}"/>
              </a:ext>
            </a:extLst>
          </p:cNvPr>
          <p:cNvSpPr/>
          <p:nvPr/>
        </p:nvSpPr>
        <p:spPr>
          <a:xfrm>
            <a:off x="6286500" y="38671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89A7FBE2-CFD6-1AB1-A77D-4A327850C6BD}"/>
              </a:ext>
            </a:extLst>
          </p:cNvPr>
          <p:cNvSpPr/>
          <p:nvPr/>
        </p:nvSpPr>
        <p:spPr>
          <a:xfrm>
            <a:off x="6286500" y="41147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3121677A-1631-1324-1E55-D68B3900D565}"/>
              </a:ext>
            </a:extLst>
          </p:cNvPr>
          <p:cNvSpPr/>
          <p:nvPr/>
        </p:nvSpPr>
        <p:spPr>
          <a:xfrm>
            <a:off x="6286500" y="43624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64D42A8C-6C17-5515-7C30-72FA44A1C982}"/>
              </a:ext>
            </a:extLst>
          </p:cNvPr>
          <p:cNvSpPr/>
          <p:nvPr/>
        </p:nvSpPr>
        <p:spPr>
          <a:xfrm>
            <a:off x="6286500" y="46100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7475C0C7-3651-5314-3F48-173B78AB0BFB}"/>
              </a:ext>
            </a:extLst>
          </p:cNvPr>
          <p:cNvSpPr/>
          <p:nvPr/>
        </p:nvSpPr>
        <p:spPr>
          <a:xfrm>
            <a:off x="6286500" y="48577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9EC0B432-CB23-DBAF-B917-7ABB9CFA1904}"/>
              </a:ext>
            </a:extLst>
          </p:cNvPr>
          <p:cNvSpPr/>
          <p:nvPr/>
        </p:nvSpPr>
        <p:spPr>
          <a:xfrm>
            <a:off x="6286500" y="51053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CD6371DF-A7E5-1434-5000-FF50454FDD3B}"/>
              </a:ext>
            </a:extLst>
          </p:cNvPr>
          <p:cNvSpPr/>
          <p:nvPr/>
        </p:nvSpPr>
        <p:spPr>
          <a:xfrm>
            <a:off x="6286500" y="53530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1F08106B-D501-EC7F-FD6E-9F53DD6567B9}"/>
              </a:ext>
            </a:extLst>
          </p:cNvPr>
          <p:cNvSpPr/>
          <p:nvPr/>
        </p:nvSpPr>
        <p:spPr>
          <a:xfrm>
            <a:off x="6286500" y="56006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58CD1136-8D51-C029-89F6-934EB793CA76}"/>
              </a:ext>
            </a:extLst>
          </p:cNvPr>
          <p:cNvSpPr/>
          <p:nvPr/>
        </p:nvSpPr>
        <p:spPr>
          <a:xfrm>
            <a:off x="6286500" y="584834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50E918C1-C147-CDF9-9A0B-C41B1B1BDC16}"/>
              </a:ext>
            </a:extLst>
          </p:cNvPr>
          <p:cNvSpPr/>
          <p:nvPr/>
        </p:nvSpPr>
        <p:spPr>
          <a:xfrm>
            <a:off x="6286500" y="6095999"/>
            <a:ext cx="142875" cy="14287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928405A0-4A61-8733-B126-4D81DAAC8909}"/>
              </a:ext>
            </a:extLst>
          </p:cNvPr>
          <p:cNvGrpSpPr/>
          <p:nvPr/>
        </p:nvGrpSpPr>
        <p:grpSpPr>
          <a:xfrm>
            <a:off x="5981700" y="323466"/>
            <a:ext cx="364710" cy="292608"/>
            <a:chOff x="5981700" y="323466"/>
            <a:chExt cx="364710" cy="292608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xmlns="" id="{13AFC585-BA57-5F31-158D-6005C04FEA8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xmlns="" id="{6ABDBE3E-C36D-8AB3-7845-745EE50517F1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xmlns="" id="{BE4556B3-F34C-FF2C-77C6-6D471C09D64C}"/>
              </a:ext>
            </a:extLst>
          </p:cNvPr>
          <p:cNvGrpSpPr/>
          <p:nvPr/>
        </p:nvGrpSpPr>
        <p:grpSpPr>
          <a:xfrm>
            <a:off x="5981700" y="561591"/>
            <a:ext cx="364710" cy="292608"/>
            <a:chOff x="5981700" y="323466"/>
            <a:chExt cx="364710" cy="292608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xmlns="" id="{328F7FC3-44ED-BDFD-31EC-54198BE5A58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xmlns="" id="{691957E7-B542-3D6C-AA1A-4C3661572B27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xmlns="" id="{34942098-76A7-B3A3-5DB3-D8162AD3F68D}"/>
              </a:ext>
            </a:extLst>
          </p:cNvPr>
          <p:cNvGrpSpPr/>
          <p:nvPr/>
        </p:nvGrpSpPr>
        <p:grpSpPr>
          <a:xfrm>
            <a:off x="5981700" y="809241"/>
            <a:ext cx="364710" cy="292608"/>
            <a:chOff x="5981700" y="323466"/>
            <a:chExt cx="364710" cy="292608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xmlns="" id="{ADA0F6B4-0FE9-8946-CD31-44C147BDFAA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xmlns="" id="{E209963C-964F-F2C3-6448-EDCC319111C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xmlns="" id="{92FBB5C7-CE3A-82A2-B96C-D00957855705}"/>
              </a:ext>
            </a:extLst>
          </p:cNvPr>
          <p:cNvGrpSpPr/>
          <p:nvPr/>
        </p:nvGrpSpPr>
        <p:grpSpPr>
          <a:xfrm>
            <a:off x="5981700" y="1066416"/>
            <a:ext cx="364710" cy="292608"/>
            <a:chOff x="5981700" y="323466"/>
            <a:chExt cx="364710" cy="29260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xmlns="" id="{C2090BBD-0FD7-73D4-768D-B3EACE87901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xmlns="" id="{49BBA01A-FD23-189D-7879-A24960489055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xmlns="" id="{F1BBA567-B812-1158-B0D9-8585557A065F}"/>
              </a:ext>
            </a:extLst>
          </p:cNvPr>
          <p:cNvGrpSpPr/>
          <p:nvPr/>
        </p:nvGrpSpPr>
        <p:grpSpPr>
          <a:xfrm>
            <a:off x="5981700" y="1304541"/>
            <a:ext cx="364710" cy="292608"/>
            <a:chOff x="5981700" y="323466"/>
            <a:chExt cx="364710" cy="292608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xmlns="" id="{69954438-FCF4-7EDB-B481-3A5CD3540B92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xmlns="" id="{0539A26F-8931-1226-DADD-F1FA6E3A46C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xmlns="" id="{C5CA0963-798D-1A46-720B-8E62281FCB2B}"/>
              </a:ext>
            </a:extLst>
          </p:cNvPr>
          <p:cNvGrpSpPr/>
          <p:nvPr/>
        </p:nvGrpSpPr>
        <p:grpSpPr>
          <a:xfrm>
            <a:off x="5981700" y="1552191"/>
            <a:ext cx="364710" cy="292608"/>
            <a:chOff x="5981700" y="323466"/>
            <a:chExt cx="364710" cy="29260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xmlns="" id="{238F6E5E-CA7D-90C5-F3DE-CEA09207509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Arc 67">
              <a:extLst>
                <a:ext uri="{FF2B5EF4-FFF2-40B4-BE49-F238E27FC236}">
                  <a16:creationId xmlns:a16="http://schemas.microsoft.com/office/drawing/2014/main" xmlns="" id="{4EDC6FAD-D9B6-F4CE-7409-08C269011CC8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xmlns="" id="{97D732E3-F499-0C3F-BE88-8A3C727562BA}"/>
              </a:ext>
            </a:extLst>
          </p:cNvPr>
          <p:cNvGrpSpPr/>
          <p:nvPr/>
        </p:nvGrpSpPr>
        <p:grpSpPr>
          <a:xfrm>
            <a:off x="5981700" y="1809366"/>
            <a:ext cx="364710" cy="292608"/>
            <a:chOff x="5981700" y="323466"/>
            <a:chExt cx="364710" cy="292608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xmlns="" id="{1BB77D40-207D-28FD-CBB8-13B1251FBCE3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Arc 70">
              <a:extLst>
                <a:ext uri="{FF2B5EF4-FFF2-40B4-BE49-F238E27FC236}">
                  <a16:creationId xmlns:a16="http://schemas.microsoft.com/office/drawing/2014/main" xmlns="" id="{98CED01A-8366-93D8-2562-CDF27F4E564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xmlns="" id="{8ACD396F-9CBB-E28A-C3C7-9FFF82E7D986}"/>
              </a:ext>
            </a:extLst>
          </p:cNvPr>
          <p:cNvGrpSpPr/>
          <p:nvPr/>
        </p:nvGrpSpPr>
        <p:grpSpPr>
          <a:xfrm>
            <a:off x="5981700" y="2057016"/>
            <a:ext cx="364710" cy="292608"/>
            <a:chOff x="5981700" y="323466"/>
            <a:chExt cx="364710" cy="29260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xmlns="" id="{79F5ABF2-6AF6-5851-71FF-385EC321673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Arc 73">
              <a:extLst>
                <a:ext uri="{FF2B5EF4-FFF2-40B4-BE49-F238E27FC236}">
                  <a16:creationId xmlns:a16="http://schemas.microsoft.com/office/drawing/2014/main" xmlns="" id="{59B2770C-AEBD-5B7B-0CAD-D69C9BFB0200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xmlns="" id="{8E67EC40-2CEA-15BB-679E-82A155506382}"/>
              </a:ext>
            </a:extLst>
          </p:cNvPr>
          <p:cNvGrpSpPr/>
          <p:nvPr/>
        </p:nvGrpSpPr>
        <p:grpSpPr>
          <a:xfrm>
            <a:off x="5981700" y="2295141"/>
            <a:ext cx="364710" cy="292608"/>
            <a:chOff x="5981700" y="323466"/>
            <a:chExt cx="364710" cy="292608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xmlns="" id="{BEE67072-39B0-0D8C-3764-DF739D4EF898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xmlns="" id="{1036E0E8-91A2-459D-62BA-7E55B36EA4A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xmlns="" id="{E7A8FC93-89F4-B3FF-B2A0-EB92EE14302F}"/>
              </a:ext>
            </a:extLst>
          </p:cNvPr>
          <p:cNvGrpSpPr/>
          <p:nvPr/>
        </p:nvGrpSpPr>
        <p:grpSpPr>
          <a:xfrm>
            <a:off x="5981700" y="2552316"/>
            <a:ext cx="364710" cy="292608"/>
            <a:chOff x="5981700" y="323466"/>
            <a:chExt cx="364710" cy="29260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xmlns="" id="{0B288602-214C-9797-F12B-433D63A94C97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xmlns="" id="{B2237529-DFC9-A1B7-9CFA-D339940826F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xmlns="" id="{56E08E4B-3F15-3DA7-6141-7E97655DD396}"/>
              </a:ext>
            </a:extLst>
          </p:cNvPr>
          <p:cNvGrpSpPr/>
          <p:nvPr/>
        </p:nvGrpSpPr>
        <p:grpSpPr>
          <a:xfrm>
            <a:off x="5981700" y="2799966"/>
            <a:ext cx="364710" cy="292608"/>
            <a:chOff x="5981700" y="323466"/>
            <a:chExt cx="364710" cy="292608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xmlns="" id="{BF631934-7110-7F5E-79A0-378CB41A08C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Arc 82">
              <a:extLst>
                <a:ext uri="{FF2B5EF4-FFF2-40B4-BE49-F238E27FC236}">
                  <a16:creationId xmlns:a16="http://schemas.microsoft.com/office/drawing/2014/main" xmlns="" id="{0439DB39-7B53-36D4-BDF5-71DB13657FD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xmlns="" id="{BD99BE67-16D7-6B0C-6E7E-F8B4B7BD2317}"/>
              </a:ext>
            </a:extLst>
          </p:cNvPr>
          <p:cNvGrpSpPr/>
          <p:nvPr/>
        </p:nvGrpSpPr>
        <p:grpSpPr>
          <a:xfrm>
            <a:off x="5981700" y="3047616"/>
            <a:ext cx="364710" cy="292608"/>
            <a:chOff x="5981700" y="323466"/>
            <a:chExt cx="364710" cy="292608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xmlns="" id="{370A9636-2147-18A8-A452-5C474F2755F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Arc 85">
              <a:extLst>
                <a:ext uri="{FF2B5EF4-FFF2-40B4-BE49-F238E27FC236}">
                  <a16:creationId xmlns:a16="http://schemas.microsoft.com/office/drawing/2014/main" xmlns="" id="{CF37D023-EFBC-7B83-E01F-14E578B5E41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xmlns="" id="{18D76EDD-67EC-1706-7541-E0B361B9EE01}"/>
              </a:ext>
            </a:extLst>
          </p:cNvPr>
          <p:cNvGrpSpPr/>
          <p:nvPr/>
        </p:nvGrpSpPr>
        <p:grpSpPr>
          <a:xfrm>
            <a:off x="5981700" y="3295266"/>
            <a:ext cx="364710" cy="292608"/>
            <a:chOff x="5981700" y="323466"/>
            <a:chExt cx="364710" cy="292608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xmlns="" id="{EBF7F9D4-4385-3396-B1F8-92B45C3EE23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Arc 88">
              <a:extLst>
                <a:ext uri="{FF2B5EF4-FFF2-40B4-BE49-F238E27FC236}">
                  <a16:creationId xmlns:a16="http://schemas.microsoft.com/office/drawing/2014/main" xmlns="" id="{344DEE6C-BE03-A502-C8EB-06880E1AFF7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xmlns="" id="{805A620C-3AE2-255F-D0AD-7BCE318B0261}"/>
              </a:ext>
            </a:extLst>
          </p:cNvPr>
          <p:cNvGrpSpPr/>
          <p:nvPr/>
        </p:nvGrpSpPr>
        <p:grpSpPr>
          <a:xfrm>
            <a:off x="5981700" y="3542916"/>
            <a:ext cx="364710" cy="292608"/>
            <a:chOff x="5981700" y="323466"/>
            <a:chExt cx="364710" cy="292608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xmlns="" id="{C8C812B5-07D8-854F-C972-D8CEBC6A35B4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c 91">
              <a:extLst>
                <a:ext uri="{FF2B5EF4-FFF2-40B4-BE49-F238E27FC236}">
                  <a16:creationId xmlns:a16="http://schemas.microsoft.com/office/drawing/2014/main" xmlns="" id="{79FA0149-4CB8-9929-0B85-1B962071317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xmlns="" id="{D34F9994-C5E0-AE09-44C0-C5B87FCCE5CA}"/>
              </a:ext>
            </a:extLst>
          </p:cNvPr>
          <p:cNvGrpSpPr/>
          <p:nvPr/>
        </p:nvGrpSpPr>
        <p:grpSpPr>
          <a:xfrm>
            <a:off x="5981700" y="3800091"/>
            <a:ext cx="364710" cy="292608"/>
            <a:chOff x="5981700" y="323466"/>
            <a:chExt cx="364710" cy="292608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xmlns="" id="{2AC773AF-0EEA-4375-E025-35F8FC5364E9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Arc 94">
              <a:extLst>
                <a:ext uri="{FF2B5EF4-FFF2-40B4-BE49-F238E27FC236}">
                  <a16:creationId xmlns:a16="http://schemas.microsoft.com/office/drawing/2014/main" xmlns="" id="{90DDEFBB-F1E4-9858-B6D5-3FDB2B182EF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xmlns="" id="{A7DFD59F-9ACF-DA37-BC73-AADA05F8CD55}"/>
              </a:ext>
            </a:extLst>
          </p:cNvPr>
          <p:cNvGrpSpPr/>
          <p:nvPr/>
        </p:nvGrpSpPr>
        <p:grpSpPr>
          <a:xfrm>
            <a:off x="5981700" y="4038216"/>
            <a:ext cx="364710" cy="292608"/>
            <a:chOff x="5981700" y="323466"/>
            <a:chExt cx="364710" cy="292608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xmlns="" id="{34E0A8AD-4A63-9662-8252-B6566776A0DB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c 97">
              <a:extLst>
                <a:ext uri="{FF2B5EF4-FFF2-40B4-BE49-F238E27FC236}">
                  <a16:creationId xmlns:a16="http://schemas.microsoft.com/office/drawing/2014/main" xmlns="" id="{A5AF0D9F-7BD7-E7BD-EF60-38F8DB6A717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xmlns="" id="{B86504F5-14F5-005B-98B8-877CBD2DBAEC}"/>
              </a:ext>
            </a:extLst>
          </p:cNvPr>
          <p:cNvGrpSpPr/>
          <p:nvPr/>
        </p:nvGrpSpPr>
        <p:grpSpPr>
          <a:xfrm>
            <a:off x="5981700" y="4285866"/>
            <a:ext cx="364710" cy="292608"/>
            <a:chOff x="5981700" y="323466"/>
            <a:chExt cx="364710" cy="292608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xmlns="" id="{77BEE814-D0CC-0B71-56A8-38FC233ADBBC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Arc 100">
              <a:extLst>
                <a:ext uri="{FF2B5EF4-FFF2-40B4-BE49-F238E27FC236}">
                  <a16:creationId xmlns:a16="http://schemas.microsoft.com/office/drawing/2014/main" xmlns="" id="{E12B4309-6ECF-2A90-BE18-92E7B6D9F45C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xmlns="" id="{B34C10F9-48AB-376A-971B-5E609292667E}"/>
              </a:ext>
            </a:extLst>
          </p:cNvPr>
          <p:cNvGrpSpPr/>
          <p:nvPr/>
        </p:nvGrpSpPr>
        <p:grpSpPr>
          <a:xfrm>
            <a:off x="5981700" y="4523991"/>
            <a:ext cx="364710" cy="292608"/>
            <a:chOff x="5981700" y="323466"/>
            <a:chExt cx="364710" cy="292608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xmlns="" id="{B13C8D1E-9E03-3B03-EB62-C5D86340BF1D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xmlns="" id="{FACF3DF3-03AF-3180-E1E4-55391011F79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xmlns="" id="{ADC277D0-0547-3E1F-7B17-763C14F2C569}"/>
              </a:ext>
            </a:extLst>
          </p:cNvPr>
          <p:cNvGrpSpPr/>
          <p:nvPr/>
        </p:nvGrpSpPr>
        <p:grpSpPr>
          <a:xfrm>
            <a:off x="5981700" y="4771641"/>
            <a:ext cx="364710" cy="292608"/>
            <a:chOff x="5981700" y="323466"/>
            <a:chExt cx="364710" cy="292608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xmlns="" id="{444E641A-F426-E972-E682-0AD4058F2F5F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>
              <a:extLst>
                <a:ext uri="{FF2B5EF4-FFF2-40B4-BE49-F238E27FC236}">
                  <a16:creationId xmlns:a16="http://schemas.microsoft.com/office/drawing/2014/main" xmlns="" id="{000E6A81-D707-E36C-5DAD-68F6D1F68CE3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xmlns="" id="{31EA107D-77C3-196B-39BD-015BCFD6D3C2}"/>
              </a:ext>
            </a:extLst>
          </p:cNvPr>
          <p:cNvGrpSpPr/>
          <p:nvPr/>
        </p:nvGrpSpPr>
        <p:grpSpPr>
          <a:xfrm>
            <a:off x="5981700" y="5028816"/>
            <a:ext cx="364710" cy="292608"/>
            <a:chOff x="5981700" y="323466"/>
            <a:chExt cx="364710" cy="292608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xmlns="" id="{61FDFC2B-B300-35FB-0617-5D1C7ADF664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:a16="http://schemas.microsoft.com/office/drawing/2014/main" xmlns="" id="{CF6B487C-012F-56E5-E8E3-8B137298EDFA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xmlns="" id="{6232043B-C4C4-BA0A-CF1A-4DBBB75AAC73}"/>
              </a:ext>
            </a:extLst>
          </p:cNvPr>
          <p:cNvGrpSpPr/>
          <p:nvPr/>
        </p:nvGrpSpPr>
        <p:grpSpPr>
          <a:xfrm>
            <a:off x="5981700" y="5266941"/>
            <a:ext cx="364710" cy="292608"/>
            <a:chOff x="5981700" y="323466"/>
            <a:chExt cx="364710" cy="292608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xmlns="" id="{10FFE23E-6CCE-0432-75E0-E824C7863261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Arc 112">
              <a:extLst>
                <a:ext uri="{FF2B5EF4-FFF2-40B4-BE49-F238E27FC236}">
                  <a16:creationId xmlns:a16="http://schemas.microsoft.com/office/drawing/2014/main" xmlns="" id="{98676D6A-3424-61E8-2CCE-756447D5F9C2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xmlns="" id="{88B3BE82-3395-0E01-8219-A5E3310F3959}"/>
              </a:ext>
            </a:extLst>
          </p:cNvPr>
          <p:cNvGrpSpPr/>
          <p:nvPr/>
        </p:nvGrpSpPr>
        <p:grpSpPr>
          <a:xfrm>
            <a:off x="5981700" y="5524116"/>
            <a:ext cx="364710" cy="292608"/>
            <a:chOff x="5981700" y="323466"/>
            <a:chExt cx="364710" cy="29260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xmlns="" id="{F83317C8-5B5D-DDF7-15F4-EA2AFB9BC950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Arc 115">
              <a:extLst>
                <a:ext uri="{FF2B5EF4-FFF2-40B4-BE49-F238E27FC236}">
                  <a16:creationId xmlns:a16="http://schemas.microsoft.com/office/drawing/2014/main" xmlns="" id="{E746B903-C206-EA9A-5FAE-24360FA19AD9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xmlns="" id="{2F2A7235-4D60-4C1C-AC1C-8026C6BB4059}"/>
              </a:ext>
            </a:extLst>
          </p:cNvPr>
          <p:cNvGrpSpPr/>
          <p:nvPr/>
        </p:nvGrpSpPr>
        <p:grpSpPr>
          <a:xfrm>
            <a:off x="5991225" y="5771766"/>
            <a:ext cx="364710" cy="292608"/>
            <a:chOff x="5981700" y="323466"/>
            <a:chExt cx="364710" cy="292608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xmlns="" id="{0F886985-AC53-0516-F85D-DDC1946AD17E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Arc 118">
              <a:extLst>
                <a:ext uri="{FF2B5EF4-FFF2-40B4-BE49-F238E27FC236}">
                  <a16:creationId xmlns:a16="http://schemas.microsoft.com/office/drawing/2014/main" xmlns="" id="{AE4C9755-2A3A-5A32-D276-52C0A9B4F8D6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xmlns="" id="{7877DB57-685B-C785-7692-7E30EB8C61F3}"/>
              </a:ext>
            </a:extLst>
          </p:cNvPr>
          <p:cNvGrpSpPr/>
          <p:nvPr/>
        </p:nvGrpSpPr>
        <p:grpSpPr>
          <a:xfrm>
            <a:off x="5981700" y="6028941"/>
            <a:ext cx="364710" cy="292608"/>
            <a:chOff x="5981700" y="323466"/>
            <a:chExt cx="364710" cy="292608"/>
          </a:xfrm>
        </p:grpSpPr>
        <p:sp>
          <p:nvSpPr>
            <p:cNvPr id="121" name="Oval 120">
              <a:extLst>
                <a:ext uri="{FF2B5EF4-FFF2-40B4-BE49-F238E27FC236}">
                  <a16:creationId xmlns:a16="http://schemas.microsoft.com/office/drawing/2014/main" xmlns="" id="{22F39CC0-1318-0DB9-44C8-44ED898DF450}"/>
                </a:ext>
              </a:extLst>
            </p:cNvPr>
            <p:cNvSpPr/>
            <p:nvPr/>
          </p:nvSpPr>
          <p:spPr>
            <a:xfrm>
              <a:off x="59817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:a16="http://schemas.microsoft.com/office/drawing/2014/main" xmlns="" id="{E74E2D2F-36CC-9C47-07C8-1F7BA70CE9FF}"/>
                </a:ext>
              </a:extLst>
            </p:cNvPr>
            <p:cNvSpPr/>
            <p:nvPr/>
          </p:nvSpPr>
          <p:spPr>
            <a:xfrm rot="5400000" flipH="1">
              <a:off x="6062946" y="332610"/>
              <a:ext cx="292608" cy="274320"/>
            </a:xfrm>
            <a:prstGeom prst="arc">
              <a:avLst>
                <a:gd name="adj1" fmla="val 16200000"/>
                <a:gd name="adj2" fmla="val 5728104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3" name="Rectangle 122">
            <a:extLst>
              <a:ext uri="{FF2B5EF4-FFF2-40B4-BE49-F238E27FC236}">
                <a16:creationId xmlns:a16="http://schemas.microsoft.com/office/drawing/2014/main" xmlns="" id="{044E7409-6BE4-82BF-6739-FB981D21C254}"/>
              </a:ext>
            </a:extLst>
          </p:cNvPr>
          <p:cNvSpPr/>
          <p:nvPr/>
        </p:nvSpPr>
        <p:spPr>
          <a:xfrm>
            <a:off x="6542128" y="298731"/>
            <a:ext cx="4792622" cy="577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AutoNum type="romanLcParenBoth"/>
            </a:pPr>
            <a:r>
              <a:rPr lang="en-US" sz="2050" b="1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Admin:</a:t>
            </a:r>
            <a:r>
              <a:rPr lang="en-US" sz="205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50" dirty="0" smtClean="0"/>
              <a:t>configuration of  </a:t>
            </a:r>
            <a:r>
              <a:rPr lang="en-US" sz="2050" dirty="0"/>
              <a:t>the platform and control </a:t>
            </a:r>
            <a:r>
              <a:rPr lang="en-US" sz="2050" dirty="0" smtClean="0"/>
              <a:t>other users </a:t>
            </a:r>
            <a:r>
              <a:rPr lang="en-US" sz="2050" dirty="0"/>
              <a:t>data</a:t>
            </a:r>
            <a:r>
              <a:rPr lang="en-US" sz="2050" dirty="0" smtClean="0"/>
              <a:t>.</a:t>
            </a:r>
          </a:p>
          <a:p>
            <a:pPr marL="571500" indent="-571500" algn="just">
              <a:buAutoNum type="romanLcParenBoth"/>
            </a:pPr>
            <a:r>
              <a:rPr lang="en-US" sz="2050" b="1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Manufacturer:</a:t>
            </a:r>
            <a:r>
              <a:rPr lang="en-US" sz="205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50" dirty="0" smtClean="0"/>
              <a:t>create </a:t>
            </a:r>
            <a:r>
              <a:rPr lang="en-US" sz="2050" dirty="0"/>
              <a:t>product passports and record product, materials, batches, evidence and compliance</a:t>
            </a:r>
            <a:r>
              <a:rPr lang="en-US" sz="2050" dirty="0" smtClean="0"/>
              <a:t>.</a:t>
            </a:r>
          </a:p>
          <a:p>
            <a:pPr marL="571500" indent="-571500" algn="just">
              <a:buAutoNum type="romanLcParenBoth"/>
            </a:pPr>
            <a:r>
              <a:rPr lang="en-US" sz="2050" b="1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Supplier:</a:t>
            </a:r>
            <a:r>
              <a:rPr lang="en-US" sz="205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50" dirty="0"/>
              <a:t>Provide materials and supplier offerings and participate in procurement</a:t>
            </a:r>
            <a:r>
              <a:rPr lang="en-US" sz="2050" dirty="0" smtClean="0"/>
              <a:t>.</a:t>
            </a:r>
          </a:p>
          <a:p>
            <a:pPr marL="571500" indent="-571500" algn="just">
              <a:buAutoNum type="romanLcParenBoth"/>
            </a:pPr>
            <a:r>
              <a:rPr lang="en-US" sz="2050" b="1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Distributor:</a:t>
            </a:r>
            <a:r>
              <a:rPr lang="en-US" sz="205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50" dirty="0"/>
              <a:t>Participate in downstream supply-chain operations</a:t>
            </a:r>
            <a:r>
              <a:rPr lang="en-US" sz="2050" dirty="0" smtClean="0"/>
              <a:t>.</a:t>
            </a:r>
          </a:p>
          <a:p>
            <a:pPr marL="571500" indent="-571500" algn="just">
              <a:buAutoNum type="romanLcParenBoth"/>
            </a:pPr>
            <a:r>
              <a:rPr lang="en-US" sz="2050" b="1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Retailer:</a:t>
            </a:r>
            <a:r>
              <a:rPr lang="en-US" sz="205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50" dirty="0"/>
              <a:t>Participate in downstream receipt/retail flow</a:t>
            </a:r>
            <a:r>
              <a:rPr lang="en-US" sz="2050" dirty="0" smtClean="0"/>
              <a:t>.</a:t>
            </a:r>
          </a:p>
          <a:p>
            <a:pPr marL="571500" indent="-571500" algn="just">
              <a:buAutoNum type="romanLcParenBoth"/>
            </a:pPr>
            <a:r>
              <a:rPr lang="en-US" sz="2050" b="1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Auditor:</a:t>
            </a:r>
            <a:r>
              <a:rPr lang="en-US" sz="205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50" dirty="0"/>
              <a:t>Review evidence</a:t>
            </a:r>
            <a:r>
              <a:rPr lang="en-US" sz="2050" dirty="0" smtClean="0"/>
              <a:t>/ compliance </a:t>
            </a:r>
            <a:r>
              <a:rPr lang="en-US" sz="2050" dirty="0"/>
              <a:t>and access reporting controls</a:t>
            </a:r>
            <a:r>
              <a:rPr lang="en-US" sz="2050" dirty="0" smtClean="0"/>
              <a:t>.</a:t>
            </a:r>
          </a:p>
          <a:p>
            <a:pPr marL="571500" indent="-571500" algn="just">
              <a:buAutoNum type="romanLcParenBoth"/>
            </a:pPr>
            <a:r>
              <a:rPr lang="en-US" sz="2050" b="1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Customer:</a:t>
            </a:r>
            <a:r>
              <a:rPr lang="en-US" sz="205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50" dirty="0" smtClean="0"/>
              <a:t>for public verification identity.</a:t>
            </a:r>
            <a:endParaRPr lang="en-US" sz="205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4291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0D15F8-E0C1-A9FC-561D-1134701B9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6ED7662-31D2-B220-5B48-999751314250}"/>
              </a:ext>
            </a:extLst>
          </p:cNvPr>
          <p:cNvSpPr/>
          <p:nvPr/>
        </p:nvSpPr>
        <p:spPr>
          <a:xfrm>
            <a:off x="838200" y="238124"/>
            <a:ext cx="5410200" cy="637222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4E18E2CC-0F07-DEF3-A92C-D7E66BD60D31}"/>
              </a:ext>
            </a:extLst>
          </p:cNvPr>
          <p:cNvGrpSpPr/>
          <p:nvPr/>
        </p:nvGrpSpPr>
        <p:grpSpPr>
          <a:xfrm flipH="1">
            <a:off x="6048374" y="380998"/>
            <a:ext cx="285751" cy="5915027"/>
            <a:chOff x="6143624" y="380998"/>
            <a:chExt cx="285751" cy="591502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xmlns="" id="{A3105853-A7A0-D1B0-E804-E16F8719EB22}"/>
                </a:ext>
              </a:extLst>
            </p:cNvPr>
            <p:cNvSpPr/>
            <p:nvPr/>
          </p:nvSpPr>
          <p:spPr>
            <a:xfrm>
              <a:off x="6286500" y="400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xmlns="" id="{C85BCD91-BEA1-D315-1AFF-C4D462340658}"/>
                </a:ext>
              </a:extLst>
            </p:cNvPr>
            <p:cNvSpPr/>
            <p:nvPr/>
          </p:nvSpPr>
          <p:spPr>
            <a:xfrm>
              <a:off x="6286500" y="6476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xmlns="" id="{3C78C853-57D8-361B-38D9-275171E255A7}"/>
                </a:ext>
              </a:extLst>
            </p:cNvPr>
            <p:cNvSpPr/>
            <p:nvPr/>
          </p:nvSpPr>
          <p:spPr>
            <a:xfrm>
              <a:off x="6286500" y="8953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xmlns="" id="{A7006BEF-5985-2947-A8DB-080FCA0DB0AE}"/>
                </a:ext>
              </a:extLst>
            </p:cNvPr>
            <p:cNvSpPr/>
            <p:nvPr/>
          </p:nvSpPr>
          <p:spPr>
            <a:xfrm>
              <a:off x="6286500" y="11429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xmlns="" id="{A9D7F9AC-6700-182B-5739-F8E9C7F81CC4}"/>
                </a:ext>
              </a:extLst>
            </p:cNvPr>
            <p:cNvSpPr/>
            <p:nvPr/>
          </p:nvSpPr>
          <p:spPr>
            <a:xfrm>
              <a:off x="6286500" y="13906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xmlns="" id="{756DB894-78D6-5F8A-E04B-F5EF82585336}"/>
                </a:ext>
              </a:extLst>
            </p:cNvPr>
            <p:cNvSpPr/>
            <p:nvPr/>
          </p:nvSpPr>
          <p:spPr>
            <a:xfrm>
              <a:off x="6286500" y="16382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xmlns="" id="{7078A844-2503-2387-47F4-3ABDC822E4BE}"/>
                </a:ext>
              </a:extLst>
            </p:cNvPr>
            <p:cNvSpPr/>
            <p:nvPr/>
          </p:nvSpPr>
          <p:spPr>
            <a:xfrm>
              <a:off x="6286500" y="18859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01BA2AF2-E499-7667-6D1F-F78683E54B67}"/>
                </a:ext>
              </a:extLst>
            </p:cNvPr>
            <p:cNvSpPr/>
            <p:nvPr/>
          </p:nvSpPr>
          <p:spPr>
            <a:xfrm>
              <a:off x="6286500" y="21335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xmlns="" id="{2FBB071C-C6AD-063C-8885-C5D44BA0770C}"/>
                </a:ext>
              </a:extLst>
            </p:cNvPr>
            <p:cNvSpPr/>
            <p:nvPr/>
          </p:nvSpPr>
          <p:spPr>
            <a:xfrm>
              <a:off x="6286500" y="23812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56BC981B-25F1-97FD-5B02-F34A079C043F}"/>
                </a:ext>
              </a:extLst>
            </p:cNvPr>
            <p:cNvSpPr/>
            <p:nvPr/>
          </p:nvSpPr>
          <p:spPr>
            <a:xfrm>
              <a:off x="6286500" y="26288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3E6612EF-8361-2771-846F-0C7FAD70E44A}"/>
                </a:ext>
              </a:extLst>
            </p:cNvPr>
            <p:cNvSpPr/>
            <p:nvPr/>
          </p:nvSpPr>
          <p:spPr>
            <a:xfrm>
              <a:off x="6286500" y="28765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A9C403DC-8592-C8C7-18E9-C66B5ABFE571}"/>
                </a:ext>
              </a:extLst>
            </p:cNvPr>
            <p:cNvSpPr/>
            <p:nvPr/>
          </p:nvSpPr>
          <p:spPr>
            <a:xfrm>
              <a:off x="6286500" y="31241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xmlns="" id="{D9C5ADF1-1839-8686-C4D8-5AB2D63997B1}"/>
                </a:ext>
              </a:extLst>
            </p:cNvPr>
            <p:cNvSpPr/>
            <p:nvPr/>
          </p:nvSpPr>
          <p:spPr>
            <a:xfrm>
              <a:off x="6286500" y="33718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09801E70-EE29-216B-576A-53F7D3FC63B0}"/>
                </a:ext>
              </a:extLst>
            </p:cNvPr>
            <p:cNvSpPr/>
            <p:nvPr/>
          </p:nvSpPr>
          <p:spPr>
            <a:xfrm>
              <a:off x="6286500" y="36194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94F6199F-FA28-EB1B-E382-874057A159DE}"/>
                </a:ext>
              </a:extLst>
            </p:cNvPr>
            <p:cNvSpPr/>
            <p:nvPr/>
          </p:nvSpPr>
          <p:spPr>
            <a:xfrm>
              <a:off x="6286500" y="38671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BAFFEE12-F7A8-D2C2-85AF-7B2739B85367}"/>
                </a:ext>
              </a:extLst>
            </p:cNvPr>
            <p:cNvSpPr/>
            <p:nvPr/>
          </p:nvSpPr>
          <p:spPr>
            <a:xfrm>
              <a:off x="6286500" y="41147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xmlns="" id="{C7E8D64B-98DA-CC30-DD2E-6787D99885FA}"/>
                </a:ext>
              </a:extLst>
            </p:cNvPr>
            <p:cNvSpPr/>
            <p:nvPr/>
          </p:nvSpPr>
          <p:spPr>
            <a:xfrm>
              <a:off x="6286500" y="43624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xmlns="" id="{D34C8711-929B-29BF-23CC-6D755EFE2AFD}"/>
                </a:ext>
              </a:extLst>
            </p:cNvPr>
            <p:cNvSpPr/>
            <p:nvPr/>
          </p:nvSpPr>
          <p:spPr>
            <a:xfrm>
              <a:off x="6286500" y="46100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566E8BB7-DB45-8379-D052-A1D73E4AC287}"/>
                </a:ext>
              </a:extLst>
            </p:cNvPr>
            <p:cNvSpPr/>
            <p:nvPr/>
          </p:nvSpPr>
          <p:spPr>
            <a:xfrm>
              <a:off x="6286500" y="48577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xmlns="" id="{895F11AF-FD1D-66D6-E360-4F5BB2D5F76C}"/>
                </a:ext>
              </a:extLst>
            </p:cNvPr>
            <p:cNvSpPr/>
            <p:nvPr/>
          </p:nvSpPr>
          <p:spPr>
            <a:xfrm>
              <a:off x="6286500" y="51053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xmlns="" id="{5F26DBF0-A21B-C476-70B1-5055594023B4}"/>
                </a:ext>
              </a:extLst>
            </p:cNvPr>
            <p:cNvSpPr/>
            <p:nvPr/>
          </p:nvSpPr>
          <p:spPr>
            <a:xfrm>
              <a:off x="6286500" y="53530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xmlns="" id="{6AA146A5-4396-52D4-3701-1D4F499B7916}"/>
                </a:ext>
              </a:extLst>
            </p:cNvPr>
            <p:cNvSpPr/>
            <p:nvPr/>
          </p:nvSpPr>
          <p:spPr>
            <a:xfrm>
              <a:off x="6286500" y="56006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xmlns="" id="{55BDF6F5-CC01-4786-7FDD-D37775375C2C}"/>
                </a:ext>
              </a:extLst>
            </p:cNvPr>
            <p:cNvSpPr/>
            <p:nvPr/>
          </p:nvSpPr>
          <p:spPr>
            <a:xfrm>
              <a:off x="6286500" y="584834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xmlns="" id="{82342B15-C314-6A76-53A3-31168D242757}"/>
                </a:ext>
              </a:extLst>
            </p:cNvPr>
            <p:cNvSpPr/>
            <p:nvPr/>
          </p:nvSpPr>
          <p:spPr>
            <a:xfrm>
              <a:off x="6286500" y="6095999"/>
              <a:ext cx="142875" cy="142875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xmlns="" id="{9C568D2A-A596-CC24-496F-4A66C8262D31}"/>
                </a:ext>
              </a:extLst>
            </p:cNvPr>
            <p:cNvSpPr/>
            <p:nvPr/>
          </p:nvSpPr>
          <p:spPr>
            <a:xfrm rot="5400000" flipH="1">
              <a:off x="6141241" y="3833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xmlns="" id="{5C88D0D8-45C4-B401-23E2-EF2210F10573}"/>
                </a:ext>
              </a:extLst>
            </p:cNvPr>
            <p:cNvSpPr/>
            <p:nvPr/>
          </p:nvSpPr>
          <p:spPr>
            <a:xfrm rot="5400000" flipH="1">
              <a:off x="6141241" y="6310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xmlns="" id="{864FC80B-C2D4-ABC3-BF5F-9E62C6D20F68}"/>
                </a:ext>
              </a:extLst>
            </p:cNvPr>
            <p:cNvSpPr/>
            <p:nvPr/>
          </p:nvSpPr>
          <p:spPr>
            <a:xfrm rot="5400000" flipH="1">
              <a:off x="6141241" y="8786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xmlns="" id="{1914AAE3-A686-E4D4-CDDF-1D98969ACAAA}"/>
                </a:ext>
              </a:extLst>
            </p:cNvPr>
            <p:cNvSpPr/>
            <p:nvPr/>
          </p:nvSpPr>
          <p:spPr>
            <a:xfrm rot="5400000" flipH="1">
              <a:off x="6141241" y="11263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xmlns="" id="{D9DBFC40-9D17-7A92-4D81-40778C988A6C}"/>
                </a:ext>
              </a:extLst>
            </p:cNvPr>
            <p:cNvSpPr/>
            <p:nvPr/>
          </p:nvSpPr>
          <p:spPr>
            <a:xfrm rot="5400000" flipH="1">
              <a:off x="6141241" y="13739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xmlns="" id="{BC549333-843D-6579-C8FD-740B2BD4FB54}"/>
                </a:ext>
              </a:extLst>
            </p:cNvPr>
            <p:cNvSpPr/>
            <p:nvPr/>
          </p:nvSpPr>
          <p:spPr>
            <a:xfrm rot="5400000" flipH="1">
              <a:off x="6141241" y="16216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xmlns="" id="{71974448-2876-D9EC-1E63-37B1C8F13A84}"/>
                </a:ext>
              </a:extLst>
            </p:cNvPr>
            <p:cNvSpPr/>
            <p:nvPr/>
          </p:nvSpPr>
          <p:spPr>
            <a:xfrm rot="5400000" flipH="1">
              <a:off x="6141241" y="18692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xmlns="" id="{12C0B9A3-C41B-A65E-B90A-3DE1AE851F4B}"/>
                </a:ext>
              </a:extLst>
            </p:cNvPr>
            <p:cNvSpPr/>
            <p:nvPr/>
          </p:nvSpPr>
          <p:spPr>
            <a:xfrm rot="5400000" flipH="1">
              <a:off x="6141241" y="21169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xmlns="" id="{F8D516B0-E272-52CC-E83D-F9D301FBD0D7}"/>
                </a:ext>
              </a:extLst>
            </p:cNvPr>
            <p:cNvSpPr/>
            <p:nvPr/>
          </p:nvSpPr>
          <p:spPr>
            <a:xfrm rot="5400000" flipH="1">
              <a:off x="6141241" y="23645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Arc 38">
              <a:extLst>
                <a:ext uri="{FF2B5EF4-FFF2-40B4-BE49-F238E27FC236}">
                  <a16:creationId xmlns:a16="http://schemas.microsoft.com/office/drawing/2014/main" xmlns="" id="{8BBA4DBE-F78F-D804-278F-611DE55A528F}"/>
                </a:ext>
              </a:extLst>
            </p:cNvPr>
            <p:cNvSpPr/>
            <p:nvPr/>
          </p:nvSpPr>
          <p:spPr>
            <a:xfrm rot="5400000" flipH="1">
              <a:off x="6141241" y="26122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xmlns="" id="{900146BF-7F3B-F5F9-0AC4-B6547DFA418E}"/>
                </a:ext>
              </a:extLst>
            </p:cNvPr>
            <p:cNvSpPr/>
            <p:nvPr/>
          </p:nvSpPr>
          <p:spPr>
            <a:xfrm rot="5400000" flipH="1">
              <a:off x="6141241" y="28598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Arc 40">
              <a:extLst>
                <a:ext uri="{FF2B5EF4-FFF2-40B4-BE49-F238E27FC236}">
                  <a16:creationId xmlns:a16="http://schemas.microsoft.com/office/drawing/2014/main" xmlns="" id="{95D7AD24-E3F8-564B-E3AF-6ED99BD7EE4E}"/>
                </a:ext>
              </a:extLst>
            </p:cNvPr>
            <p:cNvSpPr/>
            <p:nvPr/>
          </p:nvSpPr>
          <p:spPr>
            <a:xfrm rot="5400000" flipH="1">
              <a:off x="6141241" y="31075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Arc 41">
              <a:extLst>
                <a:ext uri="{FF2B5EF4-FFF2-40B4-BE49-F238E27FC236}">
                  <a16:creationId xmlns:a16="http://schemas.microsoft.com/office/drawing/2014/main" xmlns="" id="{7EFAD2B0-51AB-1AD0-A7DA-DDE4B9410EDD}"/>
                </a:ext>
              </a:extLst>
            </p:cNvPr>
            <p:cNvSpPr/>
            <p:nvPr/>
          </p:nvSpPr>
          <p:spPr>
            <a:xfrm rot="5400000" flipH="1">
              <a:off x="6141241" y="33551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xmlns="" id="{24AF0F6F-70BC-A08C-02D4-7E7ED3BEA15B}"/>
                </a:ext>
              </a:extLst>
            </p:cNvPr>
            <p:cNvSpPr/>
            <p:nvPr/>
          </p:nvSpPr>
          <p:spPr>
            <a:xfrm rot="5400000" flipH="1">
              <a:off x="6141241" y="36028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xmlns="" id="{73A2F895-4FA7-DCCA-40B1-3EBC072A4F60}"/>
                </a:ext>
              </a:extLst>
            </p:cNvPr>
            <p:cNvSpPr/>
            <p:nvPr/>
          </p:nvSpPr>
          <p:spPr>
            <a:xfrm rot="5400000" flipH="1">
              <a:off x="6141241" y="38504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Arc 44">
              <a:extLst>
                <a:ext uri="{FF2B5EF4-FFF2-40B4-BE49-F238E27FC236}">
                  <a16:creationId xmlns:a16="http://schemas.microsoft.com/office/drawing/2014/main" xmlns="" id="{E64F6B66-CE96-C528-DEFF-4DBF3EC29FE6}"/>
                </a:ext>
              </a:extLst>
            </p:cNvPr>
            <p:cNvSpPr/>
            <p:nvPr/>
          </p:nvSpPr>
          <p:spPr>
            <a:xfrm rot="5400000" flipH="1">
              <a:off x="6141241" y="40981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Arc 45">
              <a:extLst>
                <a:ext uri="{FF2B5EF4-FFF2-40B4-BE49-F238E27FC236}">
                  <a16:creationId xmlns:a16="http://schemas.microsoft.com/office/drawing/2014/main" xmlns="" id="{E67E0D98-F211-EE8C-CFCF-1A1A4624FEB9}"/>
                </a:ext>
              </a:extLst>
            </p:cNvPr>
            <p:cNvSpPr/>
            <p:nvPr/>
          </p:nvSpPr>
          <p:spPr>
            <a:xfrm rot="5400000" flipH="1">
              <a:off x="6141241" y="43457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Arc 46">
              <a:extLst>
                <a:ext uri="{FF2B5EF4-FFF2-40B4-BE49-F238E27FC236}">
                  <a16:creationId xmlns:a16="http://schemas.microsoft.com/office/drawing/2014/main" xmlns="" id="{E6789031-055B-9885-2997-DB229ED3EE3A}"/>
                </a:ext>
              </a:extLst>
            </p:cNvPr>
            <p:cNvSpPr/>
            <p:nvPr/>
          </p:nvSpPr>
          <p:spPr>
            <a:xfrm rot="5400000" flipH="1">
              <a:off x="6141241" y="45934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xmlns="" id="{7FF42BDD-8EB7-68D0-1105-18F05D79910D}"/>
                </a:ext>
              </a:extLst>
            </p:cNvPr>
            <p:cNvSpPr/>
            <p:nvPr/>
          </p:nvSpPr>
          <p:spPr>
            <a:xfrm rot="5400000" flipH="1">
              <a:off x="6141241" y="48410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Arc 48">
              <a:extLst>
                <a:ext uri="{FF2B5EF4-FFF2-40B4-BE49-F238E27FC236}">
                  <a16:creationId xmlns:a16="http://schemas.microsoft.com/office/drawing/2014/main" xmlns="" id="{A870A998-EDFA-03FD-E005-46B6DF1C6C18}"/>
                </a:ext>
              </a:extLst>
            </p:cNvPr>
            <p:cNvSpPr/>
            <p:nvPr/>
          </p:nvSpPr>
          <p:spPr>
            <a:xfrm rot="5400000" flipH="1">
              <a:off x="6141241" y="50887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Arc 49">
              <a:extLst>
                <a:ext uri="{FF2B5EF4-FFF2-40B4-BE49-F238E27FC236}">
                  <a16:creationId xmlns:a16="http://schemas.microsoft.com/office/drawing/2014/main" xmlns="" id="{EAC34CF5-97B7-9F9A-9898-D367C449AFFD}"/>
                </a:ext>
              </a:extLst>
            </p:cNvPr>
            <p:cNvSpPr/>
            <p:nvPr/>
          </p:nvSpPr>
          <p:spPr>
            <a:xfrm rot="5400000" flipH="1">
              <a:off x="6141241" y="53363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Arc 50">
              <a:extLst>
                <a:ext uri="{FF2B5EF4-FFF2-40B4-BE49-F238E27FC236}">
                  <a16:creationId xmlns:a16="http://schemas.microsoft.com/office/drawing/2014/main" xmlns="" id="{1D600C30-2188-BA12-6B22-19946D2B0FFB}"/>
                </a:ext>
              </a:extLst>
            </p:cNvPr>
            <p:cNvSpPr/>
            <p:nvPr/>
          </p:nvSpPr>
          <p:spPr>
            <a:xfrm rot="5400000" flipH="1">
              <a:off x="6141241" y="55840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Arc 51">
              <a:extLst>
                <a:ext uri="{FF2B5EF4-FFF2-40B4-BE49-F238E27FC236}">
                  <a16:creationId xmlns:a16="http://schemas.microsoft.com/office/drawing/2014/main" xmlns="" id="{5E1DFF45-BE03-DE58-06E7-F844E2DB3133}"/>
                </a:ext>
              </a:extLst>
            </p:cNvPr>
            <p:cNvSpPr/>
            <p:nvPr/>
          </p:nvSpPr>
          <p:spPr>
            <a:xfrm rot="5400000" flipH="1">
              <a:off x="6141241" y="583168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Arc 52">
              <a:extLst>
                <a:ext uri="{FF2B5EF4-FFF2-40B4-BE49-F238E27FC236}">
                  <a16:creationId xmlns:a16="http://schemas.microsoft.com/office/drawing/2014/main" xmlns="" id="{31169CEB-4133-A73E-3C11-4B42932B2FDB}"/>
                </a:ext>
              </a:extLst>
            </p:cNvPr>
            <p:cNvSpPr/>
            <p:nvPr/>
          </p:nvSpPr>
          <p:spPr>
            <a:xfrm rot="5400000" flipH="1">
              <a:off x="6141241" y="6079331"/>
              <a:ext cx="219077" cy="214312"/>
            </a:xfrm>
            <a:prstGeom prst="arc">
              <a:avLst>
                <a:gd name="adj1" fmla="val 16200000"/>
                <a:gd name="adj2" fmla="val 9817021"/>
              </a:avLst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xmlns="" id="{DC3C869A-D899-4CA2-01A6-49EFC3BFD634}"/>
              </a:ext>
            </a:extLst>
          </p:cNvPr>
          <p:cNvSpPr/>
          <p:nvPr/>
        </p:nvSpPr>
        <p:spPr>
          <a:xfrm>
            <a:off x="983504" y="3044280"/>
            <a:ext cx="487660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kern="1800" dirty="0" smtClean="0">
                <a:solidFill>
                  <a:srgbClr val="C00000"/>
                </a:solidFill>
                <a:latin typeface="Arial Black" panose="020B0A04020102020204" pitchFamily="34" charset="0"/>
                <a:ea typeface="Times New Roman" panose="02020603050405020304" pitchFamily="18" charset="0"/>
              </a:rPr>
              <a:t>Demonstration</a:t>
            </a:r>
            <a:endParaRPr lang="en-US" sz="3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6021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</TotalTime>
  <Words>328</Words>
  <Application>Microsoft Office PowerPoint</Application>
  <PresentationFormat>Widescreen</PresentationFormat>
  <Paragraphs>108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Police Ethics and Behavior - Subtitle: Specialized Training Workshop for SDPOs and SHOs of Sindh Police - Presented by: [Your Name] - Duration: 90 Minutes</dc:title>
  <dc:creator>SOF&amp;IT COURSE BRANCH</dc:creator>
  <cp:lastModifiedBy>User</cp:lastModifiedBy>
  <cp:revision>480</cp:revision>
  <dcterms:created xsi:type="dcterms:W3CDTF">2025-09-22T18:58:49Z</dcterms:created>
  <dcterms:modified xsi:type="dcterms:W3CDTF">2026-08-30T09:30:50Z</dcterms:modified>
</cp:coreProperties>
</file>